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8" r:id="rId4"/>
    <p:sldId id="269" r:id="rId5"/>
    <p:sldId id="271" r:id="rId6"/>
    <p:sldId id="260" r:id="rId7"/>
    <p:sldId id="264" r:id="rId8"/>
    <p:sldId id="261" r:id="rId9"/>
    <p:sldId id="265" r:id="rId10"/>
    <p:sldId id="262" r:id="rId11"/>
    <p:sldId id="266" r:id="rId12"/>
    <p:sldId id="258" r:id="rId13"/>
    <p:sldId id="257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0323BA-1177-4D61-898E-6A5FCD3A9085}" v="46" dt="2026-04-16T07:49:18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Annie Green" userId="cca2d8b1-65da-4752-8b83-4f1c0df3704b" providerId="ADAL" clId="{EAA4A942-942A-464E-BB0E-47C9CDF5DE67}"/>
    <pc:docChg chg="undo custSel addSld delSld modSld">
      <pc:chgData name="Howard, Annie Green" userId="cca2d8b1-65da-4752-8b83-4f1c0df3704b" providerId="ADAL" clId="{EAA4A942-942A-464E-BB0E-47C9CDF5DE67}" dt="2026-04-16T07:50:29.183" v="657" actId="313"/>
      <pc:docMkLst>
        <pc:docMk/>
      </pc:docMkLst>
      <pc:sldChg chg="modSp mod">
        <pc:chgData name="Howard, Annie Green" userId="cca2d8b1-65da-4752-8b83-4f1c0df3704b" providerId="ADAL" clId="{EAA4A942-942A-464E-BB0E-47C9CDF5DE67}" dt="2026-04-16T07:46:20.987" v="496" actId="20577"/>
        <pc:sldMkLst>
          <pc:docMk/>
          <pc:sldMk cId="3900445157" sldId="258"/>
        </pc:sldMkLst>
        <pc:spChg chg="mod">
          <ac:chgData name="Howard, Annie Green" userId="cca2d8b1-65da-4752-8b83-4f1c0df3704b" providerId="ADAL" clId="{EAA4A942-942A-464E-BB0E-47C9CDF5DE67}" dt="2026-04-16T07:46:20.987" v="496" actId="20577"/>
          <ac:spMkLst>
            <pc:docMk/>
            <pc:sldMk cId="3900445157" sldId="258"/>
            <ac:spMk id="2" creationId="{3D29E850-5829-C6E9-6A28-415BB46E7A01}"/>
          </ac:spMkLst>
        </pc:spChg>
      </pc:sldChg>
      <pc:sldChg chg="modSp mod">
        <pc:chgData name="Howard, Annie Green" userId="cca2d8b1-65da-4752-8b83-4f1c0df3704b" providerId="ADAL" clId="{EAA4A942-942A-464E-BB0E-47C9CDF5DE67}" dt="2026-04-16T07:27:04.765" v="167"/>
        <pc:sldMkLst>
          <pc:docMk/>
          <pc:sldMk cId="3277556242" sldId="263"/>
        </pc:sldMkLst>
        <pc:graphicFrameChg chg="mod modGraphic">
          <ac:chgData name="Howard, Annie Green" userId="cca2d8b1-65da-4752-8b83-4f1c0df3704b" providerId="ADAL" clId="{EAA4A942-942A-464E-BB0E-47C9CDF5DE67}" dt="2026-04-16T07:27:04.765" v="167"/>
          <ac:graphicFrameMkLst>
            <pc:docMk/>
            <pc:sldMk cId="3277556242" sldId="263"/>
            <ac:graphicFrameMk id="4" creationId="{695CCE54-F59D-E4E8-64B0-1E274926CBA9}"/>
          </ac:graphicFrameMkLst>
        </pc:graphicFrameChg>
      </pc:sldChg>
      <pc:sldChg chg="addSp delSp modSp mod setBg">
        <pc:chgData name="Howard, Annie Green" userId="cca2d8b1-65da-4752-8b83-4f1c0df3704b" providerId="ADAL" clId="{EAA4A942-942A-464E-BB0E-47C9CDF5DE67}" dt="2026-04-16T06:55:53.483" v="110" actId="20577"/>
        <pc:sldMkLst>
          <pc:docMk/>
          <pc:sldMk cId="190251047" sldId="266"/>
        </pc:sldMkLst>
        <pc:spChg chg="mod">
          <ac:chgData name="Howard, Annie Green" userId="cca2d8b1-65da-4752-8b83-4f1c0df3704b" providerId="ADAL" clId="{EAA4A942-942A-464E-BB0E-47C9CDF5DE67}" dt="2026-04-16T06:55:53.483" v="110" actId="20577"/>
          <ac:spMkLst>
            <pc:docMk/>
            <pc:sldMk cId="190251047" sldId="266"/>
            <ac:spMk id="2" creationId="{5FFA86E9-751E-5A13-754C-B4775BA409E5}"/>
          </ac:spMkLst>
        </pc:spChg>
        <pc:spChg chg="del">
          <ac:chgData name="Howard, Annie Green" userId="cca2d8b1-65da-4752-8b83-4f1c0df3704b" providerId="ADAL" clId="{EAA4A942-942A-464E-BB0E-47C9CDF5DE67}" dt="2026-04-16T06:55:12.462" v="54"/>
          <ac:spMkLst>
            <pc:docMk/>
            <pc:sldMk cId="190251047" sldId="266"/>
            <ac:spMk id="3" creationId="{9FF0D359-EA3B-EEA0-FCB3-4C31FD4F3B05}"/>
          </ac:spMkLst>
        </pc:spChg>
        <pc:spChg chg="add">
          <ac:chgData name="Howard, Annie Green" userId="cca2d8b1-65da-4752-8b83-4f1c0df3704b" providerId="ADAL" clId="{EAA4A942-942A-464E-BB0E-47C9CDF5DE67}" dt="2026-04-16T06:55:20.285" v="55" actId="26606"/>
          <ac:spMkLst>
            <pc:docMk/>
            <pc:sldMk cId="190251047" sldId="266"/>
            <ac:spMk id="9" creationId="{6753252F-4873-4F63-801D-CC719279A7D5}"/>
          </ac:spMkLst>
        </pc:spChg>
        <pc:spChg chg="add">
          <ac:chgData name="Howard, Annie Green" userId="cca2d8b1-65da-4752-8b83-4f1c0df3704b" providerId="ADAL" clId="{EAA4A942-942A-464E-BB0E-47C9CDF5DE67}" dt="2026-04-16T06:55:20.285" v="55" actId="26606"/>
          <ac:spMkLst>
            <pc:docMk/>
            <pc:sldMk cId="190251047" sldId="266"/>
            <ac:spMk id="11" creationId="{047C8CCB-F95D-4249-92DD-651249D3535A}"/>
          </ac:spMkLst>
        </pc:spChg>
        <pc:graphicFrameChg chg="add mod modGraphic">
          <ac:chgData name="Howard, Annie Green" userId="cca2d8b1-65da-4752-8b83-4f1c0df3704b" providerId="ADAL" clId="{EAA4A942-942A-464E-BB0E-47C9CDF5DE67}" dt="2026-04-16T06:55:36.504" v="60" actId="14100"/>
          <ac:graphicFrameMkLst>
            <pc:docMk/>
            <pc:sldMk cId="190251047" sldId="266"/>
            <ac:graphicFrameMk id="4" creationId="{6809CB1D-E420-1608-7EE9-0AE3C8D6C481}"/>
          </ac:graphicFrameMkLst>
        </pc:graphicFrameChg>
      </pc:sldChg>
      <pc:sldChg chg="del">
        <pc:chgData name="Howard, Annie Green" userId="cca2d8b1-65da-4752-8b83-4f1c0df3704b" providerId="ADAL" clId="{EAA4A942-942A-464E-BB0E-47C9CDF5DE67}" dt="2026-04-16T06:54:42.974" v="53" actId="2696"/>
        <pc:sldMkLst>
          <pc:docMk/>
          <pc:sldMk cId="1139259835" sldId="267"/>
        </pc:sldMkLst>
      </pc:sldChg>
      <pc:sldChg chg="modSp mod">
        <pc:chgData name="Howard, Annie Green" userId="cca2d8b1-65da-4752-8b83-4f1c0df3704b" providerId="ADAL" clId="{EAA4A942-942A-464E-BB0E-47C9CDF5DE67}" dt="2026-04-16T07:26:58.626" v="166" actId="20577"/>
        <pc:sldMkLst>
          <pc:docMk/>
          <pc:sldMk cId="3913551669" sldId="268"/>
        </pc:sldMkLst>
        <pc:graphicFrameChg chg="mod modGraphic">
          <ac:chgData name="Howard, Annie Green" userId="cca2d8b1-65da-4752-8b83-4f1c0df3704b" providerId="ADAL" clId="{EAA4A942-942A-464E-BB0E-47C9CDF5DE67}" dt="2026-04-16T07:26:58.626" v="166" actId="20577"/>
          <ac:graphicFrameMkLst>
            <pc:docMk/>
            <pc:sldMk cId="3913551669" sldId="268"/>
            <ac:graphicFrameMk id="5" creationId="{FDF414A4-256F-4821-B7ED-6F8D02F72C88}"/>
          </ac:graphicFrameMkLst>
        </pc:graphicFrameChg>
      </pc:sldChg>
      <pc:sldChg chg="modSp mod">
        <pc:chgData name="Howard, Annie Green" userId="cca2d8b1-65da-4752-8b83-4f1c0df3704b" providerId="ADAL" clId="{EAA4A942-942A-464E-BB0E-47C9CDF5DE67}" dt="2026-04-16T07:27:08.669" v="168"/>
        <pc:sldMkLst>
          <pc:docMk/>
          <pc:sldMk cId="1950066225" sldId="269"/>
        </pc:sldMkLst>
        <pc:graphicFrameChg chg="mod modGraphic">
          <ac:chgData name="Howard, Annie Green" userId="cca2d8b1-65da-4752-8b83-4f1c0df3704b" providerId="ADAL" clId="{EAA4A942-942A-464E-BB0E-47C9CDF5DE67}" dt="2026-04-16T07:27:08.669" v="168"/>
          <ac:graphicFrameMkLst>
            <pc:docMk/>
            <pc:sldMk cId="1950066225" sldId="269"/>
            <ac:graphicFrameMk id="4" creationId="{6F5AF866-8932-E7A7-96D6-2FC6951C8242}"/>
          </ac:graphicFrameMkLst>
        </pc:graphicFrameChg>
      </pc:sldChg>
      <pc:sldChg chg="delSp modSp new mod">
        <pc:chgData name="Howard, Annie Green" userId="cca2d8b1-65da-4752-8b83-4f1c0df3704b" providerId="ADAL" clId="{EAA4A942-942A-464E-BB0E-47C9CDF5DE67}" dt="2026-04-16T07:38:48.155" v="412" actId="478"/>
        <pc:sldMkLst>
          <pc:docMk/>
          <pc:sldMk cId="1031280790" sldId="270"/>
        </pc:sldMkLst>
        <pc:spChg chg="mod">
          <ac:chgData name="Howard, Annie Green" userId="cca2d8b1-65da-4752-8b83-4f1c0df3704b" providerId="ADAL" clId="{EAA4A942-942A-464E-BB0E-47C9CDF5DE67}" dt="2026-04-16T07:38:45.276" v="411" actId="20577"/>
          <ac:spMkLst>
            <pc:docMk/>
            <pc:sldMk cId="1031280790" sldId="270"/>
            <ac:spMk id="2" creationId="{D35FDC7B-E5F6-35B1-0219-B967D99E021B}"/>
          </ac:spMkLst>
        </pc:spChg>
        <pc:spChg chg="del">
          <ac:chgData name="Howard, Annie Green" userId="cca2d8b1-65da-4752-8b83-4f1c0df3704b" providerId="ADAL" clId="{EAA4A942-942A-464E-BB0E-47C9CDF5DE67}" dt="2026-04-16T07:38:48.155" v="412" actId="478"/>
          <ac:spMkLst>
            <pc:docMk/>
            <pc:sldMk cId="1031280790" sldId="270"/>
            <ac:spMk id="3" creationId="{CC36A1BF-D426-FDF6-2D1D-34C8160FD8DF}"/>
          </ac:spMkLst>
        </pc:spChg>
      </pc:sldChg>
      <pc:sldChg chg="addSp delSp modSp new mod setBg">
        <pc:chgData name="Howard, Annie Green" userId="cca2d8b1-65da-4752-8b83-4f1c0df3704b" providerId="ADAL" clId="{EAA4A942-942A-464E-BB0E-47C9CDF5DE67}" dt="2026-04-16T07:38:25.710" v="344" actId="122"/>
        <pc:sldMkLst>
          <pc:docMk/>
          <pc:sldMk cId="614101805" sldId="271"/>
        </pc:sldMkLst>
        <pc:spChg chg="mod">
          <ac:chgData name="Howard, Annie Green" userId="cca2d8b1-65da-4752-8b83-4f1c0df3704b" providerId="ADAL" clId="{EAA4A942-942A-464E-BB0E-47C9CDF5DE67}" dt="2026-04-16T07:37:13.847" v="273" actId="20577"/>
          <ac:spMkLst>
            <pc:docMk/>
            <pc:sldMk cId="614101805" sldId="271"/>
            <ac:spMk id="2" creationId="{862DEFA3-8C44-190E-8F4A-D0A42EAE45AB}"/>
          </ac:spMkLst>
        </pc:spChg>
        <pc:spChg chg="add del">
          <ac:chgData name="Howard, Annie Green" userId="cca2d8b1-65da-4752-8b83-4f1c0df3704b" providerId="ADAL" clId="{EAA4A942-942A-464E-BB0E-47C9CDF5DE67}" dt="2026-04-16T07:36:46.605" v="172"/>
          <ac:spMkLst>
            <pc:docMk/>
            <pc:sldMk cId="614101805" sldId="271"/>
            <ac:spMk id="3" creationId="{C27AB12E-E648-C77A-30B5-22F0C07CCC8A}"/>
          </ac:spMkLst>
        </pc:spChg>
        <pc:spChg chg="add">
          <ac:chgData name="Howard, Annie Green" userId="cca2d8b1-65da-4752-8b83-4f1c0df3704b" providerId="ADAL" clId="{EAA4A942-942A-464E-BB0E-47C9CDF5DE67}" dt="2026-04-16T07:36:49.561" v="173" actId="26606"/>
          <ac:spMkLst>
            <pc:docMk/>
            <pc:sldMk cId="614101805" sldId="271"/>
            <ac:spMk id="10" creationId="{6753252F-4873-4F63-801D-CC719279A7D5}"/>
          </ac:spMkLst>
        </pc:spChg>
        <pc:spChg chg="add">
          <ac:chgData name="Howard, Annie Green" userId="cca2d8b1-65da-4752-8b83-4f1c0df3704b" providerId="ADAL" clId="{EAA4A942-942A-464E-BB0E-47C9CDF5DE67}" dt="2026-04-16T07:36:49.561" v="173" actId="26606"/>
          <ac:spMkLst>
            <pc:docMk/>
            <pc:sldMk cId="614101805" sldId="271"/>
            <ac:spMk id="12" creationId="{047C8CCB-F95D-4249-92DD-651249D3535A}"/>
          </ac:spMkLst>
        </pc:spChg>
        <pc:graphicFrameChg chg="add mod">
          <ac:chgData name="Howard, Annie Green" userId="cca2d8b1-65da-4752-8b83-4f1c0df3704b" providerId="ADAL" clId="{EAA4A942-942A-464E-BB0E-47C9CDF5DE67}" dt="2026-04-16T07:36:44.387" v="171"/>
          <ac:graphicFrameMkLst>
            <pc:docMk/>
            <pc:sldMk cId="614101805" sldId="271"/>
            <ac:graphicFrameMk id="4" creationId="{5168B054-DEF3-0347-3067-814F6B3E7BDE}"/>
          </ac:graphicFrameMkLst>
        </pc:graphicFrameChg>
        <pc:graphicFrameChg chg="add mod modGraphic">
          <ac:chgData name="Howard, Annie Green" userId="cca2d8b1-65da-4752-8b83-4f1c0df3704b" providerId="ADAL" clId="{EAA4A942-942A-464E-BB0E-47C9CDF5DE67}" dt="2026-04-16T07:38:25.710" v="344" actId="122"/>
          <ac:graphicFrameMkLst>
            <pc:docMk/>
            <pc:sldMk cId="614101805" sldId="271"/>
            <ac:graphicFrameMk id="5" creationId="{B58A1EB2-2126-4C6A-7BA0-8B6BEBF2EFF3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7:40:02.285" v="443" actId="14734"/>
        <pc:sldMkLst>
          <pc:docMk/>
          <pc:sldMk cId="3230427077" sldId="272"/>
        </pc:sldMkLst>
        <pc:spChg chg="del mod">
          <ac:chgData name="Howard, Annie Green" userId="cca2d8b1-65da-4752-8b83-4f1c0df3704b" providerId="ADAL" clId="{EAA4A942-942A-464E-BB0E-47C9CDF5DE67}" dt="2026-04-16T07:39:35.914" v="437" actId="478"/>
          <ac:spMkLst>
            <pc:docMk/>
            <pc:sldMk cId="3230427077" sldId="272"/>
            <ac:spMk id="2" creationId="{F8F3AFD4-C9CD-7227-A76E-5B8A671E6285}"/>
          </ac:spMkLst>
        </pc:spChg>
        <pc:spChg chg="del">
          <ac:chgData name="Howard, Annie Green" userId="cca2d8b1-65da-4752-8b83-4f1c0df3704b" providerId="ADAL" clId="{EAA4A942-942A-464E-BB0E-47C9CDF5DE67}" dt="2026-04-16T07:39:14.335" v="414"/>
          <ac:spMkLst>
            <pc:docMk/>
            <pc:sldMk cId="3230427077" sldId="272"/>
            <ac:spMk id="3" creationId="{078B7418-65F8-DD6E-7EBF-0F99B76ADADF}"/>
          </ac:spMkLst>
        </pc:spChg>
        <pc:spChg chg="add del mod">
          <ac:chgData name="Howard, Annie Green" userId="cca2d8b1-65da-4752-8b83-4f1c0df3704b" providerId="ADAL" clId="{EAA4A942-942A-464E-BB0E-47C9CDF5DE67}" dt="2026-04-16T07:39:37.610" v="438" actId="478"/>
          <ac:spMkLst>
            <pc:docMk/>
            <pc:sldMk cId="3230427077" sldId="272"/>
            <ac:spMk id="6" creationId="{CCA0AA30-4ACD-E8CB-E5B8-0F7FD98435B9}"/>
          </ac:spMkLst>
        </pc:spChg>
        <pc:spChg chg="add">
          <ac:chgData name="Howard, Annie Green" userId="cca2d8b1-65da-4752-8b83-4f1c0df3704b" providerId="ADAL" clId="{EAA4A942-942A-464E-BB0E-47C9CDF5DE67}" dt="2026-04-16T07:39:42.159" v="439" actId="26606"/>
          <ac:spMkLst>
            <pc:docMk/>
            <pc:sldMk cId="3230427077" sldId="272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7:39:42.159" v="439" actId="26606"/>
          <ac:spMkLst>
            <pc:docMk/>
            <pc:sldMk cId="3230427077" sldId="272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7:39:42.159" v="439" actId="26606"/>
          <ac:spMkLst>
            <pc:docMk/>
            <pc:sldMk cId="3230427077" sldId="272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7:40:02.285" v="443" actId="14734"/>
          <ac:graphicFrameMkLst>
            <pc:docMk/>
            <pc:sldMk cId="3230427077" sldId="272"/>
            <ac:graphicFrameMk id="4" creationId="{89528AF2-59D4-D012-B7BF-31651199B878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7:40:51.497" v="450" actId="255"/>
        <pc:sldMkLst>
          <pc:docMk/>
          <pc:sldMk cId="1479405886" sldId="273"/>
        </pc:sldMkLst>
        <pc:spChg chg="del">
          <ac:chgData name="Howard, Annie Green" userId="cca2d8b1-65da-4752-8b83-4f1c0df3704b" providerId="ADAL" clId="{EAA4A942-942A-464E-BB0E-47C9CDF5DE67}" dt="2026-04-16T07:40:34.106" v="446" actId="26606"/>
          <ac:spMkLst>
            <pc:docMk/>
            <pc:sldMk cId="1479405886" sldId="273"/>
            <ac:spMk id="2" creationId="{F812092C-4091-5203-BFA9-31FAD442F9B1}"/>
          </ac:spMkLst>
        </pc:spChg>
        <pc:spChg chg="del">
          <ac:chgData name="Howard, Annie Green" userId="cca2d8b1-65da-4752-8b83-4f1c0df3704b" providerId="ADAL" clId="{EAA4A942-942A-464E-BB0E-47C9CDF5DE67}" dt="2026-04-16T07:40:31.061" v="445"/>
          <ac:spMkLst>
            <pc:docMk/>
            <pc:sldMk cId="1479405886" sldId="273"/>
            <ac:spMk id="3" creationId="{D54EC3B3-A10D-DB4A-AA8F-ADA28B3EFEEC}"/>
          </ac:spMkLst>
        </pc:spChg>
        <pc:spChg chg="add">
          <ac:chgData name="Howard, Annie Green" userId="cca2d8b1-65da-4752-8b83-4f1c0df3704b" providerId="ADAL" clId="{EAA4A942-942A-464E-BB0E-47C9CDF5DE67}" dt="2026-04-16T07:40:34.106" v="446" actId="26606"/>
          <ac:spMkLst>
            <pc:docMk/>
            <pc:sldMk cId="1479405886" sldId="273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7:40:34.106" v="446" actId="26606"/>
          <ac:spMkLst>
            <pc:docMk/>
            <pc:sldMk cId="1479405886" sldId="273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7:40:34.106" v="446" actId="26606"/>
          <ac:spMkLst>
            <pc:docMk/>
            <pc:sldMk cId="1479405886" sldId="273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7:40:51.497" v="450" actId="255"/>
          <ac:graphicFrameMkLst>
            <pc:docMk/>
            <pc:sldMk cId="1479405886" sldId="273"/>
            <ac:graphicFrameMk id="4" creationId="{CBB517E1-6D8F-359C-F727-95B928C8EFAA}"/>
          </ac:graphicFrameMkLst>
        </pc:graphicFrameChg>
      </pc:sldChg>
      <pc:sldChg chg="modSp add mod">
        <pc:chgData name="Howard, Annie Green" userId="cca2d8b1-65da-4752-8b83-4f1c0df3704b" providerId="ADAL" clId="{EAA4A942-942A-464E-BB0E-47C9CDF5DE67}" dt="2026-04-16T07:40:57.860" v="455" actId="20577"/>
        <pc:sldMkLst>
          <pc:docMk/>
          <pc:sldMk cId="1390009188" sldId="274"/>
        </pc:sldMkLst>
        <pc:spChg chg="mod">
          <ac:chgData name="Howard, Annie Green" userId="cca2d8b1-65da-4752-8b83-4f1c0df3704b" providerId="ADAL" clId="{EAA4A942-942A-464E-BB0E-47C9CDF5DE67}" dt="2026-04-16T07:40:57.860" v="455" actId="20577"/>
          <ac:spMkLst>
            <pc:docMk/>
            <pc:sldMk cId="1390009188" sldId="274"/>
            <ac:spMk id="2" creationId="{20BF09BC-8E0C-CA12-9FA3-2A91D61223B4}"/>
          </ac:spMkLst>
        </pc:spChg>
      </pc:sldChg>
      <pc:sldChg chg="addSp delSp modSp new mod setBg">
        <pc:chgData name="Howard, Annie Green" userId="cca2d8b1-65da-4752-8b83-4f1c0df3704b" providerId="ADAL" clId="{EAA4A942-942A-464E-BB0E-47C9CDF5DE67}" dt="2026-04-16T07:41:34.996" v="467" actId="20577"/>
        <pc:sldMkLst>
          <pc:docMk/>
          <pc:sldMk cId="2192649626" sldId="275"/>
        </pc:sldMkLst>
        <pc:spChg chg="del">
          <ac:chgData name="Howard, Annie Green" userId="cca2d8b1-65da-4752-8b83-4f1c0df3704b" providerId="ADAL" clId="{EAA4A942-942A-464E-BB0E-47C9CDF5DE67}" dt="2026-04-16T07:41:19.203" v="458" actId="26606"/>
          <ac:spMkLst>
            <pc:docMk/>
            <pc:sldMk cId="2192649626" sldId="275"/>
            <ac:spMk id="2" creationId="{8D45CB23-9934-43E7-054C-3542CF166124}"/>
          </ac:spMkLst>
        </pc:spChg>
        <pc:spChg chg="del">
          <ac:chgData name="Howard, Annie Green" userId="cca2d8b1-65da-4752-8b83-4f1c0df3704b" providerId="ADAL" clId="{EAA4A942-942A-464E-BB0E-47C9CDF5DE67}" dt="2026-04-16T07:41:16.337" v="457"/>
          <ac:spMkLst>
            <pc:docMk/>
            <pc:sldMk cId="2192649626" sldId="275"/>
            <ac:spMk id="3" creationId="{A64D8A33-B703-3BC0-874F-D085709DAB6E}"/>
          </ac:spMkLst>
        </pc:spChg>
        <pc:spChg chg="add">
          <ac:chgData name="Howard, Annie Green" userId="cca2d8b1-65da-4752-8b83-4f1c0df3704b" providerId="ADAL" clId="{EAA4A942-942A-464E-BB0E-47C9CDF5DE67}" dt="2026-04-16T07:41:19.203" v="458" actId="26606"/>
          <ac:spMkLst>
            <pc:docMk/>
            <pc:sldMk cId="2192649626" sldId="275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7:41:19.203" v="458" actId="26606"/>
          <ac:spMkLst>
            <pc:docMk/>
            <pc:sldMk cId="2192649626" sldId="275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7:41:19.203" v="458" actId="26606"/>
          <ac:spMkLst>
            <pc:docMk/>
            <pc:sldMk cId="2192649626" sldId="275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7:41:34.996" v="467" actId="20577"/>
          <ac:graphicFrameMkLst>
            <pc:docMk/>
            <pc:sldMk cId="2192649626" sldId="275"/>
            <ac:graphicFrameMk id="4" creationId="{C69150B8-BB21-F076-A8A0-66E404A2971B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7:42:05.068" v="471"/>
        <pc:sldMkLst>
          <pc:docMk/>
          <pc:sldMk cId="3818047102" sldId="276"/>
        </pc:sldMkLst>
        <pc:spChg chg="del">
          <ac:chgData name="Howard, Annie Green" userId="cca2d8b1-65da-4752-8b83-4f1c0df3704b" providerId="ADAL" clId="{EAA4A942-942A-464E-BB0E-47C9CDF5DE67}" dt="2026-04-16T07:42:00.230" v="470" actId="26606"/>
          <ac:spMkLst>
            <pc:docMk/>
            <pc:sldMk cId="3818047102" sldId="276"/>
            <ac:spMk id="2" creationId="{A647A0B3-B300-01FD-2D00-353A24F5A545}"/>
          </ac:spMkLst>
        </pc:spChg>
        <pc:spChg chg="del">
          <ac:chgData name="Howard, Annie Green" userId="cca2d8b1-65da-4752-8b83-4f1c0df3704b" providerId="ADAL" clId="{EAA4A942-942A-464E-BB0E-47C9CDF5DE67}" dt="2026-04-16T07:41:57.555" v="469"/>
          <ac:spMkLst>
            <pc:docMk/>
            <pc:sldMk cId="3818047102" sldId="276"/>
            <ac:spMk id="3" creationId="{97F4BB34-F667-F053-D06F-7640AD064B16}"/>
          </ac:spMkLst>
        </pc:spChg>
        <pc:spChg chg="add">
          <ac:chgData name="Howard, Annie Green" userId="cca2d8b1-65da-4752-8b83-4f1c0df3704b" providerId="ADAL" clId="{EAA4A942-942A-464E-BB0E-47C9CDF5DE67}" dt="2026-04-16T07:42:00.230" v="470" actId="26606"/>
          <ac:spMkLst>
            <pc:docMk/>
            <pc:sldMk cId="3818047102" sldId="276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7:42:00.230" v="470" actId="26606"/>
          <ac:spMkLst>
            <pc:docMk/>
            <pc:sldMk cId="3818047102" sldId="276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7:42:00.230" v="470" actId="26606"/>
          <ac:spMkLst>
            <pc:docMk/>
            <pc:sldMk cId="3818047102" sldId="276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7:42:05.068" v="471"/>
          <ac:graphicFrameMkLst>
            <pc:docMk/>
            <pc:sldMk cId="3818047102" sldId="276"/>
            <ac:graphicFrameMk id="4" creationId="{03EC74E8-F473-84A8-4614-A1AE7E9CD045}"/>
          </ac:graphicFrameMkLst>
        </pc:graphicFrameChg>
      </pc:sldChg>
      <pc:sldChg chg="modSp add mod">
        <pc:chgData name="Howard, Annie Green" userId="cca2d8b1-65da-4752-8b83-4f1c0df3704b" providerId="ADAL" clId="{EAA4A942-942A-464E-BB0E-47C9CDF5DE67}" dt="2026-04-16T07:46:34.667" v="547" actId="20577"/>
        <pc:sldMkLst>
          <pc:docMk/>
          <pc:sldMk cId="4274410625" sldId="277"/>
        </pc:sldMkLst>
        <pc:spChg chg="mod">
          <ac:chgData name="Howard, Annie Green" userId="cca2d8b1-65da-4752-8b83-4f1c0df3704b" providerId="ADAL" clId="{EAA4A942-942A-464E-BB0E-47C9CDF5DE67}" dt="2026-04-16T07:46:34.667" v="547" actId="20577"/>
          <ac:spMkLst>
            <pc:docMk/>
            <pc:sldMk cId="4274410625" sldId="277"/>
            <ac:spMk id="2" creationId="{06EEE973-213D-E82E-AA50-98BFD2152EBA}"/>
          </ac:spMkLst>
        </pc:spChg>
      </pc:sldChg>
      <pc:sldChg chg="addSp delSp modSp new mod">
        <pc:chgData name="Howard, Annie Green" userId="cca2d8b1-65da-4752-8b83-4f1c0df3704b" providerId="ADAL" clId="{EAA4A942-942A-464E-BB0E-47C9CDF5DE67}" dt="2026-04-16T07:46:53.817" v="557" actId="14100"/>
        <pc:sldMkLst>
          <pc:docMk/>
          <pc:sldMk cId="701289693" sldId="278"/>
        </pc:sldMkLst>
        <pc:spChg chg="del">
          <ac:chgData name="Howard, Annie Green" userId="cca2d8b1-65da-4752-8b83-4f1c0df3704b" providerId="ADAL" clId="{EAA4A942-942A-464E-BB0E-47C9CDF5DE67}" dt="2026-04-16T07:46:46.651" v="552" actId="478"/>
          <ac:spMkLst>
            <pc:docMk/>
            <pc:sldMk cId="701289693" sldId="278"/>
            <ac:spMk id="2" creationId="{1EBCF102-1D3F-F634-49F7-6C62C3EC7CF6}"/>
          </ac:spMkLst>
        </pc:spChg>
        <pc:spChg chg="del">
          <ac:chgData name="Howard, Annie Green" userId="cca2d8b1-65da-4752-8b83-4f1c0df3704b" providerId="ADAL" clId="{EAA4A942-942A-464E-BB0E-47C9CDF5DE67}" dt="2026-04-16T07:46:41.730" v="550"/>
          <ac:spMkLst>
            <pc:docMk/>
            <pc:sldMk cId="701289693" sldId="278"/>
            <ac:spMk id="3" creationId="{B132CDCD-CCDB-B5E1-E6EF-81EBB377A3A5}"/>
          </ac:spMkLst>
        </pc:spChg>
        <pc:picChg chg="add mod ord">
          <ac:chgData name="Howard, Annie Green" userId="cca2d8b1-65da-4752-8b83-4f1c0df3704b" providerId="ADAL" clId="{EAA4A942-942A-464E-BB0E-47C9CDF5DE67}" dt="2026-04-16T07:46:53.817" v="557" actId="14100"/>
          <ac:picMkLst>
            <pc:docMk/>
            <pc:sldMk cId="701289693" sldId="278"/>
            <ac:picMk id="5" creationId="{DBE4199D-8FBC-7D70-A8A4-CC74FFC51FDF}"/>
          </ac:picMkLst>
        </pc:picChg>
      </pc:sldChg>
      <pc:sldChg chg="addSp delSp modSp new mod setBg">
        <pc:chgData name="Howard, Annie Green" userId="cca2d8b1-65da-4752-8b83-4f1c0df3704b" providerId="ADAL" clId="{EAA4A942-942A-464E-BB0E-47C9CDF5DE67}" dt="2026-04-16T07:50:29.183" v="657" actId="313"/>
        <pc:sldMkLst>
          <pc:docMk/>
          <pc:sldMk cId="2427970036" sldId="279"/>
        </pc:sldMkLst>
        <pc:spChg chg="add del mod">
          <ac:chgData name="Howard, Annie Green" userId="cca2d8b1-65da-4752-8b83-4f1c0df3704b" providerId="ADAL" clId="{EAA4A942-942A-464E-BB0E-47C9CDF5DE67}" dt="2026-04-16T07:50:29.183" v="657" actId="313"/>
          <ac:spMkLst>
            <pc:docMk/>
            <pc:sldMk cId="2427970036" sldId="279"/>
            <ac:spMk id="2" creationId="{A26D2C0F-2CC5-02A7-B9D3-D4752C8CA8A4}"/>
          </ac:spMkLst>
        </pc:spChg>
        <pc:spChg chg="del">
          <ac:chgData name="Howard, Annie Green" userId="cca2d8b1-65da-4752-8b83-4f1c0df3704b" providerId="ADAL" clId="{EAA4A942-942A-464E-BB0E-47C9CDF5DE67}" dt="2026-04-16T07:47:12.686" v="559"/>
          <ac:spMkLst>
            <pc:docMk/>
            <pc:sldMk cId="2427970036" sldId="279"/>
            <ac:spMk id="3" creationId="{72124567-76D9-977A-06E4-F3F76B661C9F}"/>
          </ac:spMkLst>
        </pc:spChg>
        <pc:spChg chg="add del">
          <ac:chgData name="Howard, Annie Green" userId="cca2d8b1-65da-4752-8b83-4f1c0df3704b" providerId="ADAL" clId="{EAA4A942-942A-464E-BB0E-47C9CDF5DE67}" dt="2026-04-16T07:48:57.411" v="635" actId="26606"/>
          <ac:spMkLst>
            <pc:docMk/>
            <pc:sldMk cId="2427970036" sldId="279"/>
            <ac:spMk id="9" creationId="{19D32F93-50AC-4C46-A5DB-291C60DDB7BD}"/>
          </ac:spMkLst>
        </pc:spChg>
        <pc:spChg chg="add del">
          <ac:chgData name="Howard, Annie Green" userId="cca2d8b1-65da-4752-8b83-4f1c0df3704b" providerId="ADAL" clId="{EAA4A942-942A-464E-BB0E-47C9CDF5DE67}" dt="2026-04-16T07:48:57.411" v="635" actId="26606"/>
          <ac:spMkLst>
            <pc:docMk/>
            <pc:sldMk cId="2427970036" sldId="279"/>
            <ac:spMk id="11" creationId="{827DC2C4-B485-428A-BF4A-472D2967F47F}"/>
          </ac:spMkLst>
        </pc:spChg>
        <pc:spChg chg="add del">
          <ac:chgData name="Howard, Annie Green" userId="cca2d8b1-65da-4752-8b83-4f1c0df3704b" providerId="ADAL" clId="{EAA4A942-942A-464E-BB0E-47C9CDF5DE67}" dt="2026-04-16T07:48:57.411" v="635" actId="26606"/>
          <ac:spMkLst>
            <pc:docMk/>
            <pc:sldMk cId="2427970036" sldId="279"/>
            <ac:spMk id="13" creationId="{EE04B5EB-F158-4507-90DD-BD23620C7CC9}"/>
          </ac:spMkLst>
        </pc:spChg>
        <pc:spChg chg="add">
          <ac:chgData name="Howard, Annie Green" userId="cca2d8b1-65da-4752-8b83-4f1c0df3704b" providerId="ADAL" clId="{EAA4A942-942A-464E-BB0E-47C9CDF5DE67}" dt="2026-04-16T07:48:57.419" v="636" actId="26606"/>
          <ac:spMkLst>
            <pc:docMk/>
            <pc:sldMk cId="2427970036" sldId="279"/>
            <ac:spMk id="15" creationId="{A7009A0A-BEF5-4EAC-AF15-E4F9F002E239}"/>
          </ac:spMkLst>
        </pc:spChg>
        <pc:spChg chg="add">
          <ac:chgData name="Howard, Annie Green" userId="cca2d8b1-65da-4752-8b83-4f1c0df3704b" providerId="ADAL" clId="{EAA4A942-942A-464E-BB0E-47C9CDF5DE67}" dt="2026-04-16T07:48:57.419" v="636" actId="26606"/>
          <ac:spMkLst>
            <pc:docMk/>
            <pc:sldMk cId="2427970036" sldId="279"/>
            <ac:spMk id="16" creationId="{A8384FB5-9ADC-4DDC-881B-597D56F5B15D}"/>
          </ac:spMkLst>
        </pc:spChg>
        <pc:spChg chg="add">
          <ac:chgData name="Howard, Annie Green" userId="cca2d8b1-65da-4752-8b83-4f1c0df3704b" providerId="ADAL" clId="{EAA4A942-942A-464E-BB0E-47C9CDF5DE67}" dt="2026-04-16T07:48:57.419" v="636" actId="26606"/>
          <ac:spMkLst>
            <pc:docMk/>
            <pc:sldMk cId="2427970036" sldId="279"/>
            <ac:spMk id="17" creationId="{1199E1B1-A8C0-4FE8-A5A8-1CB41D69F857}"/>
          </ac:spMkLst>
        </pc:spChg>
        <pc:spChg chg="add">
          <ac:chgData name="Howard, Annie Green" userId="cca2d8b1-65da-4752-8b83-4f1c0df3704b" providerId="ADAL" clId="{EAA4A942-942A-464E-BB0E-47C9CDF5DE67}" dt="2026-04-16T07:48:57.419" v="636" actId="26606"/>
          <ac:spMkLst>
            <pc:docMk/>
            <pc:sldMk cId="2427970036" sldId="279"/>
            <ac:spMk id="18" creationId="{84A8DE83-DE75-4B41-9DB4-A7EC0B0DEC0B}"/>
          </ac:spMkLst>
        </pc:spChg>
        <pc:graphicFrameChg chg="add mod modGraphic">
          <ac:chgData name="Howard, Annie Green" userId="cca2d8b1-65da-4752-8b83-4f1c0df3704b" providerId="ADAL" clId="{EAA4A942-942A-464E-BB0E-47C9CDF5DE67}" dt="2026-04-16T07:49:58.965" v="656" actId="122"/>
          <ac:graphicFrameMkLst>
            <pc:docMk/>
            <pc:sldMk cId="2427970036" sldId="279"/>
            <ac:graphicFrameMk id="4" creationId="{6F3B319D-5280-F0ED-7C9B-F2E2DE810B6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9434-C57D-9715-1ABC-8AACF20ED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5E54D-0663-0F77-D851-C4AEC75EF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70F4-B032-0C79-239C-DFD8FE7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7742-AF33-6914-C0BD-7F6EF287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195F-4837-BDA5-9774-92247394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8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F347-EE59-D2D3-9051-536D2633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C423-09C9-5467-C270-8E286EE4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2E9E-88C3-261C-5255-170ACAE7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E1-97C6-AF0F-F280-FDEB939A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54A0-3D47-56ED-3C58-D9369342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9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7023-57D5-7728-10E7-11D3026E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C57A4-3B6C-235F-B393-9B7BED897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FEE9-012B-6F0B-BD18-56E426BF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55D77-393F-69B9-B3F6-3364B6F4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DDF5A-3E11-5142-BCD9-8013FD0A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7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FAD6-82AB-CF2C-80E1-D35A15E1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4528A-E5C1-83BC-E745-E49162EDD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9D15B-E492-DD2A-A637-3BBA4201E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60725-C3D6-4B4A-5973-F23E79B3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CB137-06F8-1602-50DF-7C256B54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9E330-2EB5-E915-486C-72F33546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5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C0B6-59E6-04EA-6EA7-C415A022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E2306-DF10-C66A-2167-9222F94FA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15DB5-1C02-530A-3416-94994A458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5EC12-D310-7817-44D3-453023925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81767-7BFE-AAA6-17D4-95784FBF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054A0-CEEF-1A96-7B19-BDEC6C46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D3336-CD73-0B00-8783-B2382EF8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36D59-7D3C-1E5B-33C0-F1A18F14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2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019D-497F-C485-5DF2-1A0D9D15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A9BFF-45D1-B308-D7D3-DB323669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0D5D8-427F-5C9C-E04D-DF3831AA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C49C0-655F-16E1-2D47-22C038DC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6BA0D-82D2-8C51-EE8C-CDCD2E84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A08CA-A310-F0DF-9337-088DFFC7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C1915-AF91-0BC6-1D6A-7924CECA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0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5BC0-9E1C-F70D-8F5A-03756766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F14-5220-3A62-BABA-FD113663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E7E07-F03B-363E-0033-C51CBF6D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9FDF8-D500-C32A-172C-B3D46383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A6811-AB60-A7A3-541C-B27A5AA0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28E3B-1121-F96A-7A4F-ABBA5FAF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1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2C7-48F9-6F5E-3CCA-225722F9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B285E-0995-9C98-0824-C396656BC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3C178-FCF8-581F-7AA8-547ADDBF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8B1F1-2EA0-942A-2FD0-26C0D062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4D00-A777-DBEA-00F4-1D32B002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7EAAA-F18D-4D66-6672-7AABEF29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70C9-E430-8518-101B-EE774E7C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E7B67-3D6E-4738-BD9C-C59244757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17976-4CA7-F9E1-E573-308F2CA5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3C70-5C4E-1A7F-7CC9-D5ED0616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D6B6-9CFD-74F7-DA1F-1690C16E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8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5FF2A-BB3C-361B-B46F-46CC48814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CD46D-7B10-377F-82E7-730DA9A17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B2C8-CCB7-C0CE-C886-025467EC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DA48F-59FE-37FC-784F-8845B6A6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B5B88-0222-3C63-C10F-A46B3A74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96759-8015-31D7-058D-BF3F43FE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9B71-29FB-B6F2-37FA-B7596ED9D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EDD9-8C58-18BB-A85A-044DF07A6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70E1-3236-3152-8977-F57770E1E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3D54-61BB-1810-AA62-1EB934B9C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8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6A00-8D6A-5688-B460-9CF33926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9066-9FBD-7382-7847-27FDA423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Analytic Sample</a:t>
            </a:r>
          </a:p>
        </p:txBody>
      </p:sp>
    </p:spTree>
    <p:extLst>
      <p:ext uri="{BB962C8B-B14F-4D97-AF65-F5344CB8AC3E}">
        <p14:creationId xmlns:p14="http://schemas.microsoft.com/office/powerpoint/2010/main" val="96695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5CCE54-F59D-E4E8-64B0-1E274926C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344056"/>
              </p:ext>
            </p:extLst>
          </p:nvPr>
        </p:nvGraphicFramePr>
        <p:xfrm>
          <a:off x="1120477" y="1082966"/>
          <a:ext cx="9951043" cy="4689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8101">
                  <a:extLst>
                    <a:ext uri="{9D8B030D-6E8A-4147-A177-3AD203B41FA5}">
                      <a16:colId xmlns:a16="http://schemas.microsoft.com/office/drawing/2014/main" val="4030322539"/>
                    </a:ext>
                  </a:extLst>
                </a:gridCol>
                <a:gridCol w="2080361">
                  <a:extLst>
                    <a:ext uri="{9D8B030D-6E8A-4147-A177-3AD203B41FA5}">
                      <a16:colId xmlns:a16="http://schemas.microsoft.com/office/drawing/2014/main" val="2682388190"/>
                    </a:ext>
                  </a:extLst>
                </a:gridCol>
                <a:gridCol w="1443216">
                  <a:extLst>
                    <a:ext uri="{9D8B030D-6E8A-4147-A177-3AD203B41FA5}">
                      <a16:colId xmlns:a16="http://schemas.microsoft.com/office/drawing/2014/main" val="3306794500"/>
                    </a:ext>
                  </a:extLst>
                </a:gridCol>
                <a:gridCol w="2064360">
                  <a:extLst>
                    <a:ext uri="{9D8B030D-6E8A-4147-A177-3AD203B41FA5}">
                      <a16:colId xmlns:a16="http://schemas.microsoft.com/office/drawing/2014/main" val="3351231422"/>
                    </a:ext>
                  </a:extLst>
                </a:gridCol>
                <a:gridCol w="2064360">
                  <a:extLst>
                    <a:ext uri="{9D8B030D-6E8A-4147-A177-3AD203B41FA5}">
                      <a16:colId xmlns:a16="http://schemas.microsoft.com/office/drawing/2014/main" val="1822591692"/>
                    </a:ext>
                  </a:extLst>
                </a:gridCol>
                <a:gridCol w="1140645">
                  <a:extLst>
                    <a:ext uri="{9D8B030D-6E8A-4147-A177-3AD203B41FA5}">
                      <a16:colId xmlns:a16="http://schemas.microsoft.com/office/drawing/2014/main" val="3367000832"/>
                    </a:ext>
                  </a:extLst>
                </a:gridCol>
              </a:tblGrid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97751"/>
                  </a:ext>
                </a:extLst>
              </a:tr>
              <a:tr h="3163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2009 only                          (N = 4,085)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2019 only                                                  (N = 3,312)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         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30438920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Age - Mean (std)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47.9 (12.3)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45.3 (9.2)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40.8 (10.9)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55.3 (9.2)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24078680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35 and below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 (N = 792)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1302)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92262312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 to 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1108)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1796)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36% (N = 1198)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45677890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 to 55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981)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415)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1796)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31125508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 to 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866)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575)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254)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66987417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66 +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338)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143)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414977941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% Female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1448)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43% (N = 1985)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60% (N = 1984)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43% (N = 1985)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85018062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Racial/ethnic identity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Non-Hispanic White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71% (N = 2903)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73% (N = 3356)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60% (N = 1996)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73% (N = 3356)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8427022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Non-Hispanic Black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404)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521)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11% (N = 378)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521)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04566723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American Indian/Alaskan Native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26)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0% (N = 14)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82689699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Asian/Pacific Islander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432)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427)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12% (N = 408)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427)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2140139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Hispanic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5% (N = 157)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78252805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105)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3% (N = 102)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105)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35203485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Unknown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28)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8% (N = 257)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12005195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Generational Cohort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WWII (1928-1945)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513)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50)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738825114"/>
                  </a:ext>
                </a:extLst>
              </a:tr>
              <a:tr h="3163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Baby boomer, leading edge (1946-1954)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22% (N = 916)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784)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784)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43459179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Baby boomer, trailing edge (1955-1964)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23% (N = 947)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276)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47004619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 X (1965-1980)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42% (N = 1701)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47% (N = 2166)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1174)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47% (N = 2166)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663584390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 Y (1981-2000)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51% (N = 1685)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0% (N = 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32715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55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BDBF4-917A-0029-3D89-0070128F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F414A4-256F-4821-B7ED-6F8D02F72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131743"/>
              </p:ext>
            </p:extLst>
          </p:nvPr>
        </p:nvGraphicFramePr>
        <p:xfrm>
          <a:off x="1120477" y="1170870"/>
          <a:ext cx="9951045" cy="4955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370">
                  <a:extLst>
                    <a:ext uri="{9D8B030D-6E8A-4147-A177-3AD203B41FA5}">
                      <a16:colId xmlns:a16="http://schemas.microsoft.com/office/drawing/2014/main" val="1525461756"/>
                    </a:ext>
                  </a:extLst>
                </a:gridCol>
                <a:gridCol w="1919816">
                  <a:extLst>
                    <a:ext uri="{9D8B030D-6E8A-4147-A177-3AD203B41FA5}">
                      <a16:colId xmlns:a16="http://schemas.microsoft.com/office/drawing/2014/main" val="3556676618"/>
                    </a:ext>
                  </a:extLst>
                </a:gridCol>
                <a:gridCol w="1467551">
                  <a:extLst>
                    <a:ext uri="{9D8B030D-6E8A-4147-A177-3AD203B41FA5}">
                      <a16:colId xmlns:a16="http://schemas.microsoft.com/office/drawing/2014/main" val="2431362387"/>
                    </a:ext>
                  </a:extLst>
                </a:gridCol>
                <a:gridCol w="2110772">
                  <a:extLst>
                    <a:ext uri="{9D8B030D-6E8A-4147-A177-3AD203B41FA5}">
                      <a16:colId xmlns:a16="http://schemas.microsoft.com/office/drawing/2014/main" val="805884073"/>
                    </a:ext>
                  </a:extLst>
                </a:gridCol>
                <a:gridCol w="1812230">
                  <a:extLst>
                    <a:ext uri="{9D8B030D-6E8A-4147-A177-3AD203B41FA5}">
                      <a16:colId xmlns:a16="http://schemas.microsoft.com/office/drawing/2014/main" val="25940196"/>
                    </a:ext>
                  </a:extLst>
                </a:gridCol>
                <a:gridCol w="1342306">
                  <a:extLst>
                    <a:ext uri="{9D8B030D-6E8A-4147-A177-3AD203B41FA5}">
                      <a16:colId xmlns:a16="http://schemas.microsoft.com/office/drawing/2014/main" val="1696420869"/>
                    </a:ext>
                  </a:extLst>
                </a:gridCol>
              </a:tblGrid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579229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2009 only                          (N = 4,085)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2019 only                                                  (N = 3,312)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         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4080929107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Specialty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Family Medicine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1115)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37% (N = 1714)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1169)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36% (N = 1658)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01181538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Geriatrics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11640698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internal medicine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44% (N = 1803)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1268)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889)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 (N = 1173)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397545008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obstetrics and gynecology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457)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496)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665)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24910750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pediatrics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698)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932)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660)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969)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6933641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Employment Setting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Ambulatory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38% (N = 1569)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66% (N = 3037)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62% (N = 2844)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09225824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Hospital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31% (N = 1261)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489)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28% (N = 941)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072302456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Medical school/parent university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474)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138)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95864636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Nursing home/extended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42)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46)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613695083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296)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382)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471296555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Solo practitioner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358)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605)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4128928502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Missing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313)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237)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383)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190)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782382827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Practice characteristics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Providing routine prenatal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380)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16% (N = 730)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 (N = 577)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4155196547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Providing routine obstetric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deliveries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7% (N = 276)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16% (N = 474)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366485466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Urban/rural status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Urban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80% (N = 3279)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81% (N = 3723)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86% (N = 2824)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82% (N = 3783)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60022732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Large rural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561)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641)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348)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48284355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Small rural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6% (N = 245)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253)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5% (N = 237)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529788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55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5AF866-8932-E7A7-96D6-2FC6951C8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95050"/>
              </p:ext>
            </p:extLst>
          </p:nvPr>
        </p:nvGraphicFramePr>
        <p:xfrm>
          <a:off x="1120477" y="1357915"/>
          <a:ext cx="9951044" cy="4261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3100">
                  <a:extLst>
                    <a:ext uri="{9D8B030D-6E8A-4147-A177-3AD203B41FA5}">
                      <a16:colId xmlns:a16="http://schemas.microsoft.com/office/drawing/2014/main" val="2931013306"/>
                    </a:ext>
                  </a:extLst>
                </a:gridCol>
                <a:gridCol w="1392509">
                  <a:extLst>
                    <a:ext uri="{9D8B030D-6E8A-4147-A177-3AD203B41FA5}">
                      <a16:colId xmlns:a16="http://schemas.microsoft.com/office/drawing/2014/main" val="2815701676"/>
                    </a:ext>
                  </a:extLst>
                </a:gridCol>
                <a:gridCol w="1534102">
                  <a:extLst>
                    <a:ext uri="{9D8B030D-6E8A-4147-A177-3AD203B41FA5}">
                      <a16:colId xmlns:a16="http://schemas.microsoft.com/office/drawing/2014/main" val="1723574015"/>
                    </a:ext>
                  </a:extLst>
                </a:gridCol>
                <a:gridCol w="2084746">
                  <a:extLst>
                    <a:ext uri="{9D8B030D-6E8A-4147-A177-3AD203B41FA5}">
                      <a16:colId xmlns:a16="http://schemas.microsoft.com/office/drawing/2014/main" val="3119978453"/>
                    </a:ext>
                  </a:extLst>
                </a:gridCol>
                <a:gridCol w="2084746">
                  <a:extLst>
                    <a:ext uri="{9D8B030D-6E8A-4147-A177-3AD203B41FA5}">
                      <a16:colId xmlns:a16="http://schemas.microsoft.com/office/drawing/2014/main" val="1364664329"/>
                    </a:ext>
                  </a:extLst>
                </a:gridCol>
                <a:gridCol w="1091841">
                  <a:extLst>
                    <a:ext uri="{9D8B030D-6E8A-4147-A177-3AD203B41FA5}">
                      <a16:colId xmlns:a16="http://schemas.microsoft.com/office/drawing/2014/main" val="1308923298"/>
                    </a:ext>
                  </a:extLst>
                </a:gridCol>
              </a:tblGrid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2019 Descriptive Statistics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41008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2009 only                              (N = 4,085)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2019 only                                                  (N = 3,312)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Both years in 2009 and 2019                           (N = 4,617)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252187450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Average years of practice (STD)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21.3 (12.4)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18.8 (9.3)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13.7 (10.8)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28.8 (9.3)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316402638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Avg patient-care hours per week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39.3 (16.6)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41.9 (13.9)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38.1 (15.4)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38.5 (15.4)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43370757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Years Since Medical School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 to 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318)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6% (N = 268)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22% (N = 735)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17886455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 to 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688)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703)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29% (N = 967)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565458949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 to 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26% (N = 1075)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1808)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908)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971)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214660239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 to 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28% (N = 1283)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376)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1808)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98233570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 +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 (N = 1008)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553)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324)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40% (N = 1836)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88431663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ADI - 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4.8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4.6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4.4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4.5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1827229481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Full HSPA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243)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158)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233)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122917863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Not 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689507278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Part 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3728)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4218)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92% (N = 3034)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4217)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1609820178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Medical school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school_img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797)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568)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646)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896270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school_in_state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1504)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694)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1501)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21276866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school_out_hbcu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60)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41546379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school_out_nonhbcu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55% (N = 2224)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52% (N = 2385)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60% (N = 1995)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52% (N = 2400)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613300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6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DEFA3-8C44-190E-8F4A-D0A42EAE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Race/ethnicity matches exactly between 2009 and 2019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8A1EB2-2126-4C6A-7BA0-8B6BEBF2E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260589"/>
              </p:ext>
            </p:extLst>
          </p:nvPr>
        </p:nvGraphicFramePr>
        <p:xfrm>
          <a:off x="4038600" y="1612598"/>
          <a:ext cx="7693151" cy="3530755"/>
        </p:xfrm>
        <a:graphic>
          <a:graphicData uri="http://schemas.openxmlformats.org/drawingml/2006/table">
            <a:tbl>
              <a:tblPr firstRow="1" bandRow="1"/>
              <a:tblGrid>
                <a:gridCol w="1210655">
                  <a:extLst>
                    <a:ext uri="{9D8B030D-6E8A-4147-A177-3AD203B41FA5}">
                      <a16:colId xmlns:a16="http://schemas.microsoft.com/office/drawing/2014/main" val="2846147196"/>
                    </a:ext>
                  </a:extLst>
                </a:gridCol>
                <a:gridCol w="774476">
                  <a:extLst>
                    <a:ext uri="{9D8B030D-6E8A-4147-A177-3AD203B41FA5}">
                      <a16:colId xmlns:a16="http://schemas.microsoft.com/office/drawing/2014/main" val="4222218941"/>
                    </a:ext>
                  </a:extLst>
                </a:gridCol>
                <a:gridCol w="774476">
                  <a:extLst>
                    <a:ext uri="{9D8B030D-6E8A-4147-A177-3AD203B41FA5}">
                      <a16:colId xmlns:a16="http://schemas.microsoft.com/office/drawing/2014/main" val="637581070"/>
                    </a:ext>
                  </a:extLst>
                </a:gridCol>
                <a:gridCol w="1210655">
                  <a:extLst>
                    <a:ext uri="{9D8B030D-6E8A-4147-A177-3AD203B41FA5}">
                      <a16:colId xmlns:a16="http://schemas.microsoft.com/office/drawing/2014/main" val="3580136712"/>
                    </a:ext>
                  </a:extLst>
                </a:gridCol>
                <a:gridCol w="1079596">
                  <a:extLst>
                    <a:ext uri="{9D8B030D-6E8A-4147-A177-3AD203B41FA5}">
                      <a16:colId xmlns:a16="http://schemas.microsoft.com/office/drawing/2014/main" val="1959684977"/>
                    </a:ext>
                  </a:extLst>
                </a:gridCol>
                <a:gridCol w="774476">
                  <a:extLst>
                    <a:ext uri="{9D8B030D-6E8A-4147-A177-3AD203B41FA5}">
                      <a16:colId xmlns:a16="http://schemas.microsoft.com/office/drawing/2014/main" val="1557888505"/>
                    </a:ext>
                  </a:extLst>
                </a:gridCol>
                <a:gridCol w="552052">
                  <a:extLst>
                    <a:ext uri="{9D8B030D-6E8A-4147-A177-3AD203B41FA5}">
                      <a16:colId xmlns:a16="http://schemas.microsoft.com/office/drawing/2014/main" val="1829706"/>
                    </a:ext>
                  </a:extLst>
                </a:gridCol>
                <a:gridCol w="810550">
                  <a:extLst>
                    <a:ext uri="{9D8B030D-6E8A-4147-A177-3AD203B41FA5}">
                      <a16:colId xmlns:a16="http://schemas.microsoft.com/office/drawing/2014/main" val="2573979012"/>
                    </a:ext>
                  </a:extLst>
                </a:gridCol>
                <a:gridCol w="506215">
                  <a:extLst>
                    <a:ext uri="{9D8B030D-6E8A-4147-A177-3AD203B41FA5}">
                      <a16:colId xmlns:a16="http://schemas.microsoft.com/office/drawing/2014/main" val="3634333012"/>
                    </a:ext>
                  </a:extLst>
                </a:gridCol>
              </a:tblGrid>
              <a:tr h="604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Non-Hispanic White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Non-Hispanic Black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American Indian/Alaskan Native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Asian/Pacific Islander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Hispanic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Unknown  in 2019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2009 Total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263189"/>
                  </a:ext>
                </a:extLst>
              </a:tr>
              <a:tr h="4186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Non-Hispanic White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3356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3356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0376"/>
                  </a:ext>
                </a:extLst>
              </a:tr>
              <a:tr h="4186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Non-Hispanic Black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589549"/>
                  </a:ext>
                </a:extLst>
              </a:tr>
              <a:tr h="604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American Indian/Alaskan Native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09435"/>
                  </a:ext>
                </a:extLst>
              </a:tr>
              <a:tr h="4186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Asian/Pacific Islander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427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427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441864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Hispanic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114062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79704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Unknown in 2009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74773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 Total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3356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427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4617</a:t>
                      </a:r>
                    </a:p>
                  </a:txBody>
                  <a:tcPr marL="7028" marR="7028" marT="702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53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0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illustrates the number of physicians in various specialties, showing a decline in Family Medicine and an increase in General Internal Medicine and Obstetrics and Gynecology from 2009 to 2019.&#10;&#10;AI-generated content may be incorrect.">
            <a:extLst>
              <a:ext uri="{FF2B5EF4-FFF2-40B4-BE49-F238E27FC236}">
                <a16:creationId xmlns:a16="http://schemas.microsoft.com/office/drawing/2014/main" id="{5489CD8F-1BB6-68BA-CB14-633DF2D57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34" y="333428"/>
            <a:ext cx="9361662" cy="62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7E4FA-4AE1-605A-2A7C-B93DAE0A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Specialty Transitions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4CD227-6234-6192-C667-7EF99FDC0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867379"/>
              </p:ext>
            </p:extLst>
          </p:nvPr>
        </p:nvGraphicFramePr>
        <p:xfrm>
          <a:off x="3767328" y="1351189"/>
          <a:ext cx="7898387" cy="415562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06050">
                  <a:extLst>
                    <a:ext uri="{9D8B030D-6E8A-4147-A177-3AD203B41FA5}">
                      <a16:colId xmlns:a16="http://schemas.microsoft.com/office/drawing/2014/main" val="187099236"/>
                    </a:ext>
                  </a:extLst>
                </a:gridCol>
                <a:gridCol w="981002">
                  <a:extLst>
                    <a:ext uri="{9D8B030D-6E8A-4147-A177-3AD203B41FA5}">
                      <a16:colId xmlns:a16="http://schemas.microsoft.com/office/drawing/2014/main" val="3374890603"/>
                    </a:ext>
                  </a:extLst>
                </a:gridCol>
                <a:gridCol w="837845">
                  <a:extLst>
                    <a:ext uri="{9D8B030D-6E8A-4147-A177-3AD203B41FA5}">
                      <a16:colId xmlns:a16="http://schemas.microsoft.com/office/drawing/2014/main" val="3179974408"/>
                    </a:ext>
                  </a:extLst>
                </a:gridCol>
                <a:gridCol w="1169367">
                  <a:extLst>
                    <a:ext uri="{9D8B030D-6E8A-4147-A177-3AD203B41FA5}">
                      <a16:colId xmlns:a16="http://schemas.microsoft.com/office/drawing/2014/main" val="3889094965"/>
                    </a:ext>
                  </a:extLst>
                </a:gridCol>
                <a:gridCol w="1033744">
                  <a:extLst>
                    <a:ext uri="{9D8B030D-6E8A-4147-A177-3AD203B41FA5}">
                      <a16:colId xmlns:a16="http://schemas.microsoft.com/office/drawing/2014/main" val="2589543150"/>
                    </a:ext>
                  </a:extLst>
                </a:gridCol>
                <a:gridCol w="945944">
                  <a:extLst>
                    <a:ext uri="{9D8B030D-6E8A-4147-A177-3AD203B41FA5}">
                      <a16:colId xmlns:a16="http://schemas.microsoft.com/office/drawing/2014/main" val="1636284384"/>
                    </a:ext>
                  </a:extLst>
                </a:gridCol>
                <a:gridCol w="827696">
                  <a:extLst>
                    <a:ext uri="{9D8B030D-6E8A-4147-A177-3AD203B41FA5}">
                      <a16:colId xmlns:a16="http://schemas.microsoft.com/office/drawing/2014/main" val="1897982853"/>
                    </a:ext>
                  </a:extLst>
                </a:gridCol>
                <a:gridCol w="596739">
                  <a:extLst>
                    <a:ext uri="{9D8B030D-6E8A-4147-A177-3AD203B41FA5}">
                      <a16:colId xmlns:a16="http://schemas.microsoft.com/office/drawing/2014/main" val="3652328824"/>
                    </a:ext>
                  </a:extLst>
                </a:gridCol>
              </a:tblGrid>
              <a:tr h="7603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Family Medicine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Internal Medicine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Obstetrics and Gynecology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Pediatrics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Geriatrics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Missing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2009 Total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69962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Family Medicine in 2009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1621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77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1714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83699"/>
                  </a:ext>
                </a:extLst>
              </a:tr>
              <a:tr h="37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Internal Medicine in 2009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1156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1268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8728"/>
                  </a:ext>
                </a:extLst>
              </a:tr>
              <a:tr h="37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Obstetrics and Gynecology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661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670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78325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Pediatrics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932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83470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Geriatrics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6527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Missing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00972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2019 Total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1658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1173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665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969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152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4617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28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illustrates a comparison of employment settings for physicians, showing a shift from ambulatory care and nursing homes in 2009 to an increase in solo practitioners and medical schools by 2019.&#10;&#10;AI-generated content may be incorrect.">
            <a:extLst>
              <a:ext uri="{FF2B5EF4-FFF2-40B4-BE49-F238E27FC236}">
                <a16:creationId xmlns:a16="http://schemas.microsoft.com/office/drawing/2014/main" id="{EE753471-0B1C-D9E1-4B2E-E92762C41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28" y="192998"/>
            <a:ext cx="10786671" cy="64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7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08A3D-F974-B6D2-4A89-A0F85B75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Employment Setting Transitions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58003B-366D-4E6D-C43E-B62A0E387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247827"/>
              </p:ext>
            </p:extLst>
          </p:nvPr>
        </p:nvGraphicFramePr>
        <p:xfrm>
          <a:off x="3758184" y="1216712"/>
          <a:ext cx="7505195" cy="417608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49523">
                  <a:extLst>
                    <a:ext uri="{9D8B030D-6E8A-4147-A177-3AD203B41FA5}">
                      <a16:colId xmlns:a16="http://schemas.microsoft.com/office/drawing/2014/main" val="1024214345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242682273"/>
                    </a:ext>
                  </a:extLst>
                </a:gridCol>
                <a:gridCol w="790888">
                  <a:extLst>
                    <a:ext uri="{9D8B030D-6E8A-4147-A177-3AD203B41FA5}">
                      <a16:colId xmlns:a16="http://schemas.microsoft.com/office/drawing/2014/main" val="957361823"/>
                    </a:ext>
                  </a:extLst>
                </a:gridCol>
                <a:gridCol w="873113">
                  <a:extLst>
                    <a:ext uri="{9D8B030D-6E8A-4147-A177-3AD203B41FA5}">
                      <a16:colId xmlns:a16="http://schemas.microsoft.com/office/drawing/2014/main" val="2803609117"/>
                    </a:ext>
                  </a:extLst>
                </a:gridCol>
                <a:gridCol w="790888">
                  <a:extLst>
                    <a:ext uri="{9D8B030D-6E8A-4147-A177-3AD203B41FA5}">
                      <a16:colId xmlns:a16="http://schemas.microsoft.com/office/drawing/2014/main" val="869625950"/>
                    </a:ext>
                  </a:extLst>
                </a:gridCol>
                <a:gridCol w="1021118">
                  <a:extLst>
                    <a:ext uri="{9D8B030D-6E8A-4147-A177-3AD203B41FA5}">
                      <a16:colId xmlns:a16="http://schemas.microsoft.com/office/drawing/2014/main" val="1976688390"/>
                    </a:ext>
                  </a:extLst>
                </a:gridCol>
                <a:gridCol w="654842">
                  <a:extLst>
                    <a:ext uri="{9D8B030D-6E8A-4147-A177-3AD203B41FA5}">
                      <a16:colId xmlns:a16="http://schemas.microsoft.com/office/drawing/2014/main" val="4216902729"/>
                    </a:ext>
                  </a:extLst>
                </a:gridCol>
                <a:gridCol w="759492">
                  <a:extLst>
                    <a:ext uri="{9D8B030D-6E8A-4147-A177-3AD203B41FA5}">
                      <a16:colId xmlns:a16="http://schemas.microsoft.com/office/drawing/2014/main" val="903099276"/>
                    </a:ext>
                  </a:extLst>
                </a:gridCol>
                <a:gridCol w="512818">
                  <a:extLst>
                    <a:ext uri="{9D8B030D-6E8A-4147-A177-3AD203B41FA5}">
                      <a16:colId xmlns:a16="http://schemas.microsoft.com/office/drawing/2014/main" val="524556004"/>
                    </a:ext>
                  </a:extLst>
                </a:gridCol>
              </a:tblGrid>
              <a:tr h="6805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Ambulatory Care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Hospital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Medical School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Nursing Home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Solo Practitioner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Other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Missing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2009 Total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86118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Ambulatory Care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2321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863530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Hospital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86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489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33611"/>
                  </a:ext>
                </a:extLst>
              </a:tr>
              <a:tr h="621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Medical School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174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991538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Nursing Home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078306"/>
                  </a:ext>
                </a:extLst>
              </a:tr>
              <a:tr h="621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Solo Practitioner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605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210219"/>
                  </a:ext>
                </a:extLst>
              </a:tr>
              <a:tr h="252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Other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062584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Missing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76951"/>
                  </a:ext>
                </a:extLst>
              </a:tr>
              <a:tr h="252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2019 Total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2844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484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4617</a:t>
                      </a:r>
                      <a:endParaRPr lang="en-US" sz="1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756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09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shows a comparison of physician distribution between urban and rural areas, indicating a higher number of physicians in rural regions in 2009 compared to 2019.&#10;&#10;AI-generated content may be incorrect.">
            <a:extLst>
              <a:ext uri="{FF2B5EF4-FFF2-40B4-BE49-F238E27FC236}">
                <a16:creationId xmlns:a16="http://schemas.microsoft.com/office/drawing/2014/main" id="{B3A2C3F9-342A-01A1-0EF6-FA2823D90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25552"/>
            <a:ext cx="9610344" cy="640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0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A86E9-751E-5A13-754C-B4775BA4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Urban/Rural Status Transitions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09CB1D-E420-1608-7EE9-0AE3C8D6C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336935"/>
              </p:ext>
            </p:extLst>
          </p:nvPr>
        </p:nvGraphicFramePr>
        <p:xfrm>
          <a:off x="4032514" y="961812"/>
          <a:ext cx="7519404" cy="514285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61937">
                  <a:extLst>
                    <a:ext uri="{9D8B030D-6E8A-4147-A177-3AD203B41FA5}">
                      <a16:colId xmlns:a16="http://schemas.microsoft.com/office/drawing/2014/main" val="2330881243"/>
                    </a:ext>
                  </a:extLst>
                </a:gridCol>
                <a:gridCol w="1118209">
                  <a:extLst>
                    <a:ext uri="{9D8B030D-6E8A-4147-A177-3AD203B41FA5}">
                      <a16:colId xmlns:a16="http://schemas.microsoft.com/office/drawing/2014/main" val="2814216684"/>
                    </a:ext>
                  </a:extLst>
                </a:gridCol>
                <a:gridCol w="1118209">
                  <a:extLst>
                    <a:ext uri="{9D8B030D-6E8A-4147-A177-3AD203B41FA5}">
                      <a16:colId xmlns:a16="http://schemas.microsoft.com/office/drawing/2014/main" val="2752142257"/>
                    </a:ext>
                  </a:extLst>
                </a:gridCol>
                <a:gridCol w="1118209">
                  <a:extLst>
                    <a:ext uri="{9D8B030D-6E8A-4147-A177-3AD203B41FA5}">
                      <a16:colId xmlns:a16="http://schemas.microsoft.com/office/drawing/2014/main" val="2526409842"/>
                    </a:ext>
                  </a:extLst>
                </a:gridCol>
                <a:gridCol w="1298649">
                  <a:extLst>
                    <a:ext uri="{9D8B030D-6E8A-4147-A177-3AD203B41FA5}">
                      <a16:colId xmlns:a16="http://schemas.microsoft.com/office/drawing/2014/main" val="1984457595"/>
                    </a:ext>
                  </a:extLst>
                </a:gridCol>
                <a:gridCol w="1004191">
                  <a:extLst>
                    <a:ext uri="{9D8B030D-6E8A-4147-A177-3AD203B41FA5}">
                      <a16:colId xmlns:a16="http://schemas.microsoft.com/office/drawing/2014/main" val="1772559285"/>
                    </a:ext>
                  </a:extLst>
                </a:gridCol>
              </a:tblGrid>
              <a:tr h="10420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cap="all" spc="6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2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Urban in 2019</a:t>
                      </a: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2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Rural in 2019</a:t>
                      </a: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2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 Rural in 2019</a:t>
                      </a: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2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Missing in 2019</a:t>
                      </a: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2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2009 Total</a:t>
                      </a:r>
                    </a:p>
                  </a:txBody>
                  <a:tcPr marL="8615" marR="8615" marT="124059" marB="1240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35303"/>
                  </a:ext>
                </a:extLst>
              </a:tr>
              <a:tr h="8439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Urban in 2009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3629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62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3723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245184"/>
                  </a:ext>
                </a:extLst>
              </a:tr>
              <a:tr h="8439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Large Rural in 2009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108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512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641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14590"/>
                  </a:ext>
                </a:extLst>
              </a:tr>
              <a:tr h="8439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Small Rural in 2009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185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253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86439"/>
                  </a:ext>
                </a:extLst>
              </a:tr>
              <a:tr h="8439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Missing  in 2009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65946"/>
                  </a:ext>
                </a:extLst>
              </a:tr>
              <a:tr h="5131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2019 Total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3783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596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237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4617</a:t>
                      </a:r>
                      <a:endParaRPr lang="en-US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15" marR="8615" marT="8615" marB="12405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417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5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E850-5829-C6E9-6A28-415BB46E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Class Transition Analysis</a:t>
            </a:r>
          </a:p>
        </p:txBody>
      </p:sp>
    </p:spTree>
    <p:extLst>
      <p:ext uri="{BB962C8B-B14F-4D97-AF65-F5344CB8AC3E}">
        <p14:creationId xmlns:p14="http://schemas.microsoft.com/office/powerpoint/2010/main" val="390044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diagram represents a categorization of healthcare services and settings, with response probabilities for different categories such as obstetrics, prenatal care, medical school, and various rural and urban classifications.&#10;&#10;AI-generated content may be incorrect.">
            <a:extLst>
              <a:ext uri="{FF2B5EF4-FFF2-40B4-BE49-F238E27FC236}">
                <a16:creationId xmlns:a16="http://schemas.microsoft.com/office/drawing/2014/main" id="{4F702E91-A38F-B794-F952-310A49C60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82" y="160393"/>
            <a:ext cx="9805818" cy="653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86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FDC7B-E5F6-35B1-0219-B967D99E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Stats by Latent Class in 2009</a:t>
            </a:r>
          </a:p>
        </p:txBody>
      </p:sp>
    </p:spTree>
    <p:extLst>
      <p:ext uri="{BB962C8B-B14F-4D97-AF65-F5344CB8AC3E}">
        <p14:creationId xmlns:p14="http://schemas.microsoft.com/office/powerpoint/2010/main" val="1031280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528AF2-59D4-D012-B7BF-31651199B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2213748"/>
              </p:ext>
            </p:extLst>
          </p:nvPr>
        </p:nvGraphicFramePr>
        <p:xfrm>
          <a:off x="1088137" y="1123527"/>
          <a:ext cx="9600616" cy="4604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3623">
                  <a:extLst>
                    <a:ext uri="{9D8B030D-6E8A-4147-A177-3AD203B41FA5}">
                      <a16:colId xmlns:a16="http://schemas.microsoft.com/office/drawing/2014/main" val="15856898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62909982"/>
                    </a:ext>
                  </a:extLst>
                </a:gridCol>
                <a:gridCol w="1420536">
                  <a:extLst>
                    <a:ext uri="{9D8B030D-6E8A-4147-A177-3AD203B41FA5}">
                      <a16:colId xmlns:a16="http://schemas.microsoft.com/office/drawing/2014/main" val="2485688241"/>
                    </a:ext>
                  </a:extLst>
                </a:gridCol>
                <a:gridCol w="1586823">
                  <a:extLst>
                    <a:ext uri="{9D8B030D-6E8A-4147-A177-3AD203B41FA5}">
                      <a16:colId xmlns:a16="http://schemas.microsoft.com/office/drawing/2014/main" val="2157157936"/>
                    </a:ext>
                  </a:extLst>
                </a:gridCol>
                <a:gridCol w="1339435">
                  <a:extLst>
                    <a:ext uri="{9D8B030D-6E8A-4147-A177-3AD203B41FA5}">
                      <a16:colId xmlns:a16="http://schemas.microsoft.com/office/drawing/2014/main" val="3026698868"/>
                    </a:ext>
                  </a:extLst>
                </a:gridCol>
                <a:gridCol w="1404199">
                  <a:extLst>
                    <a:ext uri="{9D8B030D-6E8A-4147-A177-3AD203B41FA5}">
                      <a16:colId xmlns:a16="http://schemas.microsoft.com/office/drawing/2014/main" val="3305701434"/>
                    </a:ext>
                  </a:extLst>
                </a:gridCol>
              </a:tblGrid>
              <a:tr h="4895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Variable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Class 1 - Rural PCPs in 2009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Class 2 -  Ob-gyns (but no family medicine) in 2009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Class 3 - Urban ambulatory care PCPs in 2009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Class 4 Urban, non-ambulatory care PCPs in 2009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020775656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791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656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2,051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1119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724116254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 - Mean (std)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47.4 (9.6)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44.9 (9)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44 (8.6)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46.4 (9.7)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4168782279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35 and below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12% (N = 98)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15% (N = 96)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16% (N = 338)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165)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151736259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 to 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250)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42% (N = 276)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44% (N = 895)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34% (N = 375)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51996511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46 to 55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36% (N = 281)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30% (N = 199)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30% (N = 610)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33% (N = 372)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064287600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56 to 65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18% (N = 139)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11% (N = 71)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190)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16% (N = 175)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80399449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66 +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14)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1% (N = 18)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32)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4257374116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% Female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34% (N = 266)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50% (N = 331)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45% (N = 926)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41% (N = 462)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279410153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Racial/ethnic identity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Non-Hispanic White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70% (N = 556)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79% (N = 516)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76% (N = 1569)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64% (N = 715)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320868158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Non-Hispanic Black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10% (N = 82)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83)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189)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167)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686209212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American Indian/Alaskan Native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15)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1% (N = 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10)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54251784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Asian/Pacific Islander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10% (N = 79)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24)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175)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149)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603552547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Hispanic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33)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54)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5% (N = 55)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321422486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Other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1% (N = 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49)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3% (N = 28)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885117314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Unknown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2738296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Generational Cohort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WWII (1928-1945)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35)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45)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5% (N = 51)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067567404"/>
                  </a:ext>
                </a:extLst>
              </a:tr>
              <a:tr h="3401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Baby boomer, leading edge (1946-1954)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24% (N = 190)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99)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268)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20% (N = 227)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188560852"/>
                  </a:ext>
                </a:extLst>
              </a:tr>
              <a:tr h="3401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Baby boomer, trailing edge (1955-1964)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34% (N = 265)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208)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659)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34% (N = 382)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402113158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Gen X (1965-1980)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38% (N = 301)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50% (N = 328)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53% (N = 1078)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41% (N = 459)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77208451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Gen Y (1981-2000)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0% (N = 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0% (N = 1)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0% (N = 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587738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42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B517E1-6D8F-359C-F727-95B928C8E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910934"/>
              </p:ext>
            </p:extLst>
          </p:nvPr>
        </p:nvGraphicFramePr>
        <p:xfrm>
          <a:off x="1127317" y="1123527"/>
          <a:ext cx="9937364" cy="4604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969">
                  <a:extLst>
                    <a:ext uri="{9D8B030D-6E8A-4147-A177-3AD203B41FA5}">
                      <a16:colId xmlns:a16="http://schemas.microsoft.com/office/drawing/2014/main" val="3312108475"/>
                    </a:ext>
                  </a:extLst>
                </a:gridCol>
                <a:gridCol w="2141088">
                  <a:extLst>
                    <a:ext uri="{9D8B030D-6E8A-4147-A177-3AD203B41FA5}">
                      <a16:colId xmlns:a16="http://schemas.microsoft.com/office/drawing/2014/main" val="400098630"/>
                    </a:ext>
                  </a:extLst>
                </a:gridCol>
                <a:gridCol w="1387310">
                  <a:extLst>
                    <a:ext uri="{9D8B030D-6E8A-4147-A177-3AD203B41FA5}">
                      <a16:colId xmlns:a16="http://schemas.microsoft.com/office/drawing/2014/main" val="919662919"/>
                    </a:ext>
                  </a:extLst>
                </a:gridCol>
                <a:gridCol w="1638570">
                  <a:extLst>
                    <a:ext uri="{9D8B030D-6E8A-4147-A177-3AD203B41FA5}">
                      <a16:colId xmlns:a16="http://schemas.microsoft.com/office/drawing/2014/main" val="1704805997"/>
                    </a:ext>
                  </a:extLst>
                </a:gridCol>
                <a:gridCol w="1377260">
                  <a:extLst>
                    <a:ext uri="{9D8B030D-6E8A-4147-A177-3AD203B41FA5}">
                      <a16:colId xmlns:a16="http://schemas.microsoft.com/office/drawing/2014/main" val="406612986"/>
                    </a:ext>
                  </a:extLst>
                </a:gridCol>
                <a:gridCol w="1442167">
                  <a:extLst>
                    <a:ext uri="{9D8B030D-6E8A-4147-A177-3AD203B41FA5}">
                      <a16:colId xmlns:a16="http://schemas.microsoft.com/office/drawing/2014/main" val="2069588786"/>
                    </a:ext>
                  </a:extLst>
                </a:gridCol>
              </a:tblGrid>
              <a:tr h="5913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Variable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1 - Rural PCPs in 2009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2 -  Ob-gyns (but no family medicine) in 2009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3 - Urban ambulatory care PCPs in 2009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4 Urban, non-ambulatory care PCPs in 2009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517740727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Total 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791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656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2,051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1119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200416067"/>
                  </a:ext>
                </a:extLst>
              </a:tr>
              <a:tr h="4097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Average years of practice (STD)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20.3 (9.8)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18.4 (8.9)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17.6 (8.8)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 (10)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510061942"/>
                  </a:ext>
                </a:extLst>
              </a:tr>
              <a:tr h="4097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Avg patient-care hours per week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44.9 (13.4)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47.8 (15.2)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40 (11.5)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39.8 (16.3)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786351135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Years Since Medical School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 to 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 (N = 34)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5% (N = 33)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6% (N = 132)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6% (N = 69)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391292955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 to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14% (N = 107)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15% (N = 99)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17% (N = 346)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14% (N = 151)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249913710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 to 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35% (N = 280)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43% (N = 280)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42% (N = 866)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34% (N = 382)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873106442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 to 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30% (N = 235)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27% (N = 180)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26% (N = 533)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30% (N = 335)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301597821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31 +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17% (N = 135)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 (N = 64)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8% (N = 173)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16% (N = 181)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816173820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ADI - State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6.6 (2.6)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4.3 (3)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4.1 (2.8)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4.5 (2.9)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519314808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Full HSPA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17% (N = 134)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 (N = 26)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45)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38)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539806183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Not 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9% (N = 72)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19)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47)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18)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53002045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Part 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74% (N = 585)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93% (N = 611)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96% (N = 1959)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95% (N = 1063)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051404824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Medical school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IMG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20% (N = 160)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20)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 (N = 214)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24% (N = 264)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4165476379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In State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33% (N = 261)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37% (N = 243)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35% (N = 722)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25% (N = 278)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2217614704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Out of State - HBCU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12)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10)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1% (N = 21)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27)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675253925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Out of State - Non-HBCU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45% (N = 358)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58% (N = 383)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53% (N = 1094)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49% (N = 550)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667595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405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3B33-879D-D30D-BBAC-107DA715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9BC-8E0C-CA12-9FA3-2A91D612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Stats by Latent Class in 2019</a:t>
            </a:r>
          </a:p>
        </p:txBody>
      </p:sp>
    </p:spTree>
    <p:extLst>
      <p:ext uri="{BB962C8B-B14F-4D97-AF65-F5344CB8AC3E}">
        <p14:creationId xmlns:p14="http://schemas.microsoft.com/office/powerpoint/2010/main" val="139000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9150B8-BB21-F076-A8A0-66E404A29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023962"/>
              </p:ext>
            </p:extLst>
          </p:nvPr>
        </p:nvGraphicFramePr>
        <p:xfrm>
          <a:off x="1652895" y="1123527"/>
          <a:ext cx="8886206" cy="4669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4791">
                  <a:extLst>
                    <a:ext uri="{9D8B030D-6E8A-4147-A177-3AD203B41FA5}">
                      <a16:colId xmlns:a16="http://schemas.microsoft.com/office/drawing/2014/main" val="3969304471"/>
                    </a:ext>
                  </a:extLst>
                </a:gridCol>
                <a:gridCol w="2009940">
                  <a:extLst>
                    <a:ext uri="{9D8B030D-6E8A-4147-A177-3AD203B41FA5}">
                      <a16:colId xmlns:a16="http://schemas.microsoft.com/office/drawing/2014/main" val="652765159"/>
                    </a:ext>
                  </a:extLst>
                </a:gridCol>
                <a:gridCol w="1222025">
                  <a:extLst>
                    <a:ext uri="{9D8B030D-6E8A-4147-A177-3AD203B41FA5}">
                      <a16:colId xmlns:a16="http://schemas.microsoft.com/office/drawing/2014/main" val="1175674470"/>
                    </a:ext>
                  </a:extLst>
                </a:gridCol>
                <a:gridCol w="1374041">
                  <a:extLst>
                    <a:ext uri="{9D8B030D-6E8A-4147-A177-3AD203B41FA5}">
                      <a16:colId xmlns:a16="http://schemas.microsoft.com/office/drawing/2014/main" val="3394741362"/>
                    </a:ext>
                  </a:extLst>
                </a:gridCol>
                <a:gridCol w="1284115">
                  <a:extLst>
                    <a:ext uri="{9D8B030D-6E8A-4147-A177-3AD203B41FA5}">
                      <a16:colId xmlns:a16="http://schemas.microsoft.com/office/drawing/2014/main" val="3805749241"/>
                    </a:ext>
                  </a:extLst>
                </a:gridCol>
                <a:gridCol w="1241294">
                  <a:extLst>
                    <a:ext uri="{9D8B030D-6E8A-4147-A177-3AD203B41FA5}">
                      <a16:colId xmlns:a16="http://schemas.microsoft.com/office/drawing/2014/main" val="865797825"/>
                    </a:ext>
                  </a:extLst>
                </a:gridCol>
              </a:tblGrid>
              <a:tr h="4895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Variable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1 - Rural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2 -  Ob-gyns (but no family medicine)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3 - Urban ambulatory care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4 Urban, non-ambulatory care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27584154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731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N = 653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1975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 = 1258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4088933852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 - Mean (std)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58 (9.3)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54.9 (9)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53.9 (8.6)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56.1 (9.7)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61116805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35 and below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808875947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 to 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10% (N = 76)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96)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17% (N = 334)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191)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998464927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46 to 55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31% (N = 226)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42% (N = 275)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44% (N = 863)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34% (N = 432)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672980599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56 to 65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37% (N = 274)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30% (N = 198)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29% (N = 576)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33% (N = 414)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51908005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66 +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21% (N = 155)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84)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10% (N = 202)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18% (N = 221)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885347398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% Female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234)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50% (N = 329)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43% (N = 851)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45% (N = 571)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88379868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Racial/ethnic identity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Non-Hispanic White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4049027185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Non-Hispanic Black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10% (N = 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83)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176)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187)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358040015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American Indian/Alaskan Native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14)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1% (N = 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4041113041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Asian/Pacific Islander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65)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24)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9% (N = 171)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167)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092445599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Hispanic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29)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58)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4% (N = 56)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812869488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Other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1% (N = 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44)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33)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751648319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Unknown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191982105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Generational Cohort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WWII (1928-1945)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5% (N = 33)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3% (N = 20)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2% (N = 39)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5% (N = 60)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979239119"/>
                  </a:ext>
                </a:extLst>
              </a:tr>
              <a:tr h="3401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Baby boomer, leading edge (1946-1954)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25% (N = 181)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15% (N = 99)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13% (N = 258)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20% (N = 246)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632935305"/>
                  </a:ext>
                </a:extLst>
              </a:tr>
              <a:tr h="3401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Baby boomer, trailing edge (1955-1964)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35% (N = 257)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207)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32% (N = 635)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33% (N = 415)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2177388174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Gen X (1965-1980)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36% (N = 260)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50% (N = 327)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53% (N = 1042)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43% (N = 537)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821948583"/>
                  </a:ext>
                </a:extLst>
              </a:tr>
              <a:tr h="190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Gen Y (1981-2000)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0% (N = 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0% (N = 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1771048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649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EC74E8-F473-84A8-4614-A1AE7E9CD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183363"/>
              </p:ext>
            </p:extLst>
          </p:nvPr>
        </p:nvGraphicFramePr>
        <p:xfrm>
          <a:off x="1191469" y="1123527"/>
          <a:ext cx="9809060" cy="4604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3728">
                  <a:extLst>
                    <a:ext uri="{9D8B030D-6E8A-4147-A177-3AD203B41FA5}">
                      <a16:colId xmlns:a16="http://schemas.microsoft.com/office/drawing/2014/main" val="3868863029"/>
                    </a:ext>
                  </a:extLst>
                </a:gridCol>
                <a:gridCol w="2188045">
                  <a:extLst>
                    <a:ext uri="{9D8B030D-6E8A-4147-A177-3AD203B41FA5}">
                      <a16:colId xmlns:a16="http://schemas.microsoft.com/office/drawing/2014/main" val="1875529242"/>
                    </a:ext>
                  </a:extLst>
                </a:gridCol>
                <a:gridCol w="1336735">
                  <a:extLst>
                    <a:ext uri="{9D8B030D-6E8A-4147-A177-3AD203B41FA5}">
                      <a16:colId xmlns:a16="http://schemas.microsoft.com/office/drawing/2014/main" val="586402825"/>
                    </a:ext>
                  </a:extLst>
                </a:gridCol>
                <a:gridCol w="1505799">
                  <a:extLst>
                    <a:ext uri="{9D8B030D-6E8A-4147-A177-3AD203B41FA5}">
                      <a16:colId xmlns:a16="http://schemas.microsoft.com/office/drawing/2014/main" val="2301156682"/>
                    </a:ext>
                  </a:extLst>
                </a:gridCol>
                <a:gridCol w="1407357">
                  <a:extLst>
                    <a:ext uri="{9D8B030D-6E8A-4147-A177-3AD203B41FA5}">
                      <a16:colId xmlns:a16="http://schemas.microsoft.com/office/drawing/2014/main" val="1440523777"/>
                    </a:ext>
                  </a:extLst>
                </a:gridCol>
                <a:gridCol w="1377396">
                  <a:extLst>
                    <a:ext uri="{9D8B030D-6E8A-4147-A177-3AD203B41FA5}">
                      <a16:colId xmlns:a16="http://schemas.microsoft.com/office/drawing/2014/main" val="3670095110"/>
                    </a:ext>
                  </a:extLst>
                </a:gridCol>
              </a:tblGrid>
              <a:tr h="5913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Variable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1 - Rural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2 -  Ob-gyns (but no family medicine)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3 - Urban ambulatory care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Class 4 Urban, non-ambulatory care PCPs in 2019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55" marR="5655" marT="5655" marB="0" anchor="b"/>
                </a:tc>
                <a:extLst>
                  <a:ext uri="{0D108BD9-81ED-4DB2-BD59-A6C34878D82A}">
                    <a16:rowId xmlns:a16="http://schemas.microsoft.com/office/drawing/2014/main" val="3460383366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Total 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731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653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1975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 = 1258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90199008"/>
                  </a:ext>
                </a:extLst>
              </a:tr>
              <a:tr h="4097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Average years of practice (STD)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30.9 (9.6)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28.4 (8.9)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27.5 (8.8)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29.6 (10)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418971622"/>
                  </a:ext>
                </a:extLst>
              </a:tr>
              <a:tr h="4097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Avg patient-care hours per week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40.1 (14.8)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42.7 (17.5)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39.5 (13.1)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33.9 (16.8)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561184808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Years Since Medical School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 to 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84766182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 to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 (N = 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2613504453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 to 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15% (N = 109)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20% (N = 131)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23% (N = 462)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21% (N = 269)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125742356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 to 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35% (N = 258)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43% (N = 279)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42% (N = 833)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35% (N = 438)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875541223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31 +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50% (N = 364)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37% (N = 243)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34% (N = 679)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44% (N = 550)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764953631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ADI - State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6.5 (2.7)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4.2 (2.9)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3.8 (2.8)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4.5 (3)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990785648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Full HSPA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17% (N = 124)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 (N = 25)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46)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38)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90983704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Not 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 (N = 71)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17)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48)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31)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2989482453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Part HPSA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73% (N = 536)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94% (N = 611)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95% (N = 1881)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95% (N = 1189)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56847340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Medical school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IMG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18% (N = 133)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 (N = 20)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12% (N = 234)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21% (N = 259)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2035013642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In State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34% (N = 250)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37% (N = 241)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34% (N = 672)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27% (N = 338)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1144908716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Out of State - HBCU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11)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10)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1% (N = 18)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2% (N = 31)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2966229798"/>
                  </a:ext>
                </a:extLst>
              </a:tr>
              <a:tr h="228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Out of State - Non-HBCU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46% (N = 337)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58% (N = 382)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53% (N = 1051)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50% (N = 630)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0" marR="6880" marT="6880" marB="0" anchor="b"/>
                </a:tc>
                <a:extLst>
                  <a:ext uri="{0D108BD9-81ED-4DB2-BD59-A6C34878D82A}">
                    <a16:rowId xmlns:a16="http://schemas.microsoft.com/office/drawing/2014/main" val="391853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047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15F8-61FC-BEBE-F093-AD361B33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E973-213D-E82E-AA50-98BFD215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Between Latent Classes</a:t>
            </a:r>
          </a:p>
        </p:txBody>
      </p:sp>
    </p:spTree>
    <p:extLst>
      <p:ext uri="{BB962C8B-B14F-4D97-AF65-F5344CB8AC3E}">
        <p14:creationId xmlns:p14="http://schemas.microsoft.com/office/powerpoint/2010/main" val="4274410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depicts a comparison of different classes of physicians (Rural PCPs, Ob-gyns, Urban ambulatory, and Urban non-ambulatory) and their numbers across two time points, 2009 and 2019.&#10;&#10;AI-generated content may be incorrect.">
            <a:extLst>
              <a:ext uri="{FF2B5EF4-FFF2-40B4-BE49-F238E27FC236}">
                <a16:creationId xmlns:a16="http://schemas.microsoft.com/office/drawing/2014/main" id="{DBE4199D-8FBC-7D70-A8A4-CC74FFC51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10" y="278716"/>
            <a:ext cx="10616101" cy="62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8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D2C0F-2CC5-02A7-B9D3-D4752C8C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Latent Class Transitions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3B319D-5280-F0ED-7C9B-F2E2DE810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374767"/>
              </p:ext>
            </p:extLst>
          </p:nvPr>
        </p:nvGraphicFramePr>
        <p:xfrm>
          <a:off x="432222" y="1822348"/>
          <a:ext cx="11327551" cy="4322634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1908143">
                  <a:extLst>
                    <a:ext uri="{9D8B030D-6E8A-4147-A177-3AD203B41FA5}">
                      <a16:colId xmlns:a16="http://schemas.microsoft.com/office/drawing/2014/main" val="3881651348"/>
                    </a:ext>
                  </a:extLst>
                </a:gridCol>
                <a:gridCol w="1599568">
                  <a:extLst>
                    <a:ext uri="{9D8B030D-6E8A-4147-A177-3AD203B41FA5}">
                      <a16:colId xmlns:a16="http://schemas.microsoft.com/office/drawing/2014/main" val="2901044627"/>
                    </a:ext>
                  </a:extLst>
                </a:gridCol>
                <a:gridCol w="1864715">
                  <a:extLst>
                    <a:ext uri="{9D8B030D-6E8A-4147-A177-3AD203B41FA5}">
                      <a16:colId xmlns:a16="http://schemas.microsoft.com/office/drawing/2014/main" val="3427725035"/>
                    </a:ext>
                  </a:extLst>
                </a:gridCol>
                <a:gridCol w="2200948">
                  <a:extLst>
                    <a:ext uri="{9D8B030D-6E8A-4147-A177-3AD203B41FA5}">
                      <a16:colId xmlns:a16="http://schemas.microsoft.com/office/drawing/2014/main" val="2985561161"/>
                    </a:ext>
                  </a:extLst>
                </a:gridCol>
                <a:gridCol w="2200948">
                  <a:extLst>
                    <a:ext uri="{9D8B030D-6E8A-4147-A177-3AD203B41FA5}">
                      <a16:colId xmlns:a16="http://schemas.microsoft.com/office/drawing/2014/main" val="1075881991"/>
                    </a:ext>
                  </a:extLst>
                </a:gridCol>
                <a:gridCol w="1553229">
                  <a:extLst>
                    <a:ext uri="{9D8B030D-6E8A-4147-A177-3AD203B41FA5}">
                      <a16:colId xmlns:a16="http://schemas.microsoft.com/office/drawing/2014/main" val="1411767171"/>
                    </a:ext>
                  </a:extLst>
                </a:gridCol>
              </a:tblGrid>
              <a:tr h="7489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cap="all" spc="6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1 - Rural PCPs in 2019</a:t>
                      </a: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2 -  Ob-gyns (but no family medicine) in 2019</a:t>
                      </a: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3 - Urban ambulatory care PCPs in 2019</a:t>
                      </a: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4 Urban, non-ambulatory care PCPs in 2019</a:t>
                      </a: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2009 Total</a:t>
                      </a:r>
                    </a:p>
                  </a:txBody>
                  <a:tcPr marL="119507" marR="119507" marT="119507" marB="11950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486320"/>
                  </a:ext>
                </a:extLst>
              </a:tr>
              <a:tr h="5419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Class 1 - Rural PCPs in 2009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791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638660"/>
                  </a:ext>
                </a:extLst>
              </a:tr>
              <a:tr h="754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Class 2 -  Ob-gyns (but no family medicine)  in 2009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653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656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3711"/>
                  </a:ext>
                </a:extLst>
              </a:tr>
              <a:tr h="754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Class 3 - Urban ambulatory care PCPs  in 2009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1566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442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2051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282469"/>
                  </a:ext>
                </a:extLst>
              </a:tr>
              <a:tr h="754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Class 4 Urban, non-ambulatory care PCPs in 2009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332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754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1119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69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2009 Total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731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u="none" strike="noStrike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653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1975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1258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4617</a:t>
                      </a:r>
                    </a:p>
                  </a:txBody>
                  <a:tcPr marL="5533" marR="5533" marT="5533" marB="796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748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97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4501</Words>
  <Application>Microsoft Office PowerPoint</Application>
  <PresentationFormat>Widescreen</PresentationFormat>
  <Paragraphs>977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Office Theme</vt:lpstr>
      <vt:lpstr>Description of Analytic Sample</vt:lpstr>
      <vt:lpstr>PowerPoint Presentation</vt:lpstr>
      <vt:lpstr>PowerPoint Presentation</vt:lpstr>
      <vt:lpstr>PowerPoint Presentation</vt:lpstr>
      <vt:lpstr>Race/ethnicity matches exactly between 2009 and 2019</vt:lpstr>
      <vt:lpstr>PowerPoint Presentation</vt:lpstr>
      <vt:lpstr>Specialty Transitions</vt:lpstr>
      <vt:lpstr>PowerPoint Presentation</vt:lpstr>
      <vt:lpstr>Employment Setting Transitions</vt:lpstr>
      <vt:lpstr>PowerPoint Presentation</vt:lpstr>
      <vt:lpstr>Urban/Rural Status Transitions</vt:lpstr>
      <vt:lpstr>Latent Class Transition Analysis</vt:lpstr>
      <vt:lpstr>PowerPoint Presentation</vt:lpstr>
      <vt:lpstr>Descriptive Stats by Latent Class in 2009</vt:lpstr>
      <vt:lpstr>PowerPoint Presentation</vt:lpstr>
      <vt:lpstr>PowerPoint Presentation</vt:lpstr>
      <vt:lpstr>Descriptive Stats by Latent Class in 2019</vt:lpstr>
      <vt:lpstr>PowerPoint Presentation</vt:lpstr>
      <vt:lpstr>PowerPoint Presentation</vt:lpstr>
      <vt:lpstr>Transitions Between Latent Classes</vt:lpstr>
      <vt:lpstr>PowerPoint Presentation</vt:lpstr>
      <vt:lpstr>Latent Class Transitions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Howard, Annie Green</dc:creator>
  <cp:lastModifiedBy>Howard, Annie Green</cp:lastModifiedBy>
  <cp:revision>2</cp:revision>
  <dcterms:created xsi:type="dcterms:W3CDTF">2026-04-16T06:22:11Z</dcterms:created>
  <dcterms:modified xsi:type="dcterms:W3CDTF">2026-04-16T07:50:38Z</dcterms:modified>
</cp:coreProperties>
</file>
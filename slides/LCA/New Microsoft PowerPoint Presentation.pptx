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8" r:id="rId4"/>
    <p:sldId id="269" r:id="rId5"/>
    <p:sldId id="267" r:id="rId6"/>
    <p:sldId id="260" r:id="rId7"/>
    <p:sldId id="264" r:id="rId8"/>
    <p:sldId id="261" r:id="rId9"/>
    <p:sldId id="265" r:id="rId10"/>
    <p:sldId id="262" r:id="rId11"/>
    <p:sldId id="266" r:id="rId12"/>
    <p:sldId id="258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2EE4B-06B8-4966-96EB-D3EF25DA9881}" v="9" dt="2026-04-16T06:53:46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Annie Green" userId="cca2d8b1-65da-4752-8b83-4f1c0df3704b" providerId="ADAL" clId="{EAA4A942-942A-464E-BB0E-47C9CDF5DE67}"/>
    <pc:docChg chg="undo custSel addSld delSld modSld sldOrd">
      <pc:chgData name="Howard, Annie Green" userId="cca2d8b1-65da-4752-8b83-4f1c0df3704b" providerId="ADAL" clId="{EAA4A942-942A-464E-BB0E-47C9CDF5DE67}" dt="2026-04-16T06:53:48.786" v="333" actId="26606"/>
      <pc:docMkLst>
        <pc:docMk/>
      </pc:docMkLst>
      <pc:sldChg chg="new del">
        <pc:chgData name="Howard, Annie Green" userId="cca2d8b1-65da-4752-8b83-4f1c0df3704b" providerId="ADAL" clId="{EAA4A942-942A-464E-BB0E-47C9CDF5DE67}" dt="2026-04-16T06:22:52.119" v="100" actId="2696"/>
        <pc:sldMkLst>
          <pc:docMk/>
          <pc:sldMk cId="4244229062" sldId="256"/>
        </pc:sldMkLst>
      </pc:sldChg>
      <pc:sldChg chg="addSp delSp modSp new mod">
        <pc:chgData name="Howard, Annie Green" userId="cca2d8b1-65da-4752-8b83-4f1c0df3704b" providerId="ADAL" clId="{EAA4A942-942A-464E-BB0E-47C9CDF5DE67}" dt="2026-04-16T06:22:29.256" v="10" actId="1076"/>
        <pc:sldMkLst>
          <pc:docMk/>
          <pc:sldMk cId="1780886683" sldId="257"/>
        </pc:sldMkLst>
        <pc:spChg chg="del">
          <ac:chgData name="Howard, Annie Green" userId="cca2d8b1-65da-4752-8b83-4f1c0df3704b" providerId="ADAL" clId="{EAA4A942-942A-464E-BB0E-47C9CDF5DE67}" dt="2026-04-16T06:22:22.369" v="4" actId="478"/>
          <ac:spMkLst>
            <pc:docMk/>
            <pc:sldMk cId="1780886683" sldId="257"/>
            <ac:spMk id="2" creationId="{0510972A-4311-20C9-A6A2-42CA4FDBE7A7}"/>
          </ac:spMkLst>
        </pc:spChg>
        <pc:spChg chg="del">
          <ac:chgData name="Howard, Annie Green" userId="cca2d8b1-65da-4752-8b83-4f1c0df3704b" providerId="ADAL" clId="{EAA4A942-942A-464E-BB0E-47C9CDF5DE67}" dt="2026-04-16T06:22:19.619" v="3"/>
          <ac:spMkLst>
            <pc:docMk/>
            <pc:sldMk cId="1780886683" sldId="257"/>
            <ac:spMk id="3" creationId="{C0EEEB04-D753-5C3F-ED34-1A68BF29D3AE}"/>
          </ac:spMkLst>
        </pc:spChg>
        <pc:picChg chg="add mod ord">
          <ac:chgData name="Howard, Annie Green" userId="cca2d8b1-65da-4752-8b83-4f1c0df3704b" providerId="ADAL" clId="{EAA4A942-942A-464E-BB0E-47C9CDF5DE67}" dt="2026-04-16T06:22:29.256" v="10" actId="1076"/>
          <ac:picMkLst>
            <pc:docMk/>
            <pc:sldMk cId="1780886683" sldId="257"/>
            <ac:picMk id="5" creationId="{4F702E91-A38F-B794-F952-310A49C60586}"/>
          </ac:picMkLst>
        </pc:picChg>
      </pc:sldChg>
      <pc:sldChg chg="delSp modSp new mod">
        <pc:chgData name="Howard, Annie Green" userId="cca2d8b1-65da-4752-8b83-4f1c0df3704b" providerId="ADAL" clId="{EAA4A942-942A-464E-BB0E-47C9CDF5DE67}" dt="2026-04-16T06:22:48.875" v="98" actId="478"/>
        <pc:sldMkLst>
          <pc:docMk/>
          <pc:sldMk cId="3900445157" sldId="258"/>
        </pc:sldMkLst>
        <pc:spChg chg="mod">
          <ac:chgData name="Howard, Annie Green" userId="cca2d8b1-65da-4752-8b83-4f1c0df3704b" providerId="ADAL" clId="{EAA4A942-942A-464E-BB0E-47C9CDF5DE67}" dt="2026-04-16T06:22:46.768" v="97" actId="20577"/>
          <ac:spMkLst>
            <pc:docMk/>
            <pc:sldMk cId="3900445157" sldId="258"/>
            <ac:spMk id="2" creationId="{3D29E850-5829-C6E9-6A28-415BB46E7A01}"/>
          </ac:spMkLst>
        </pc:spChg>
        <pc:spChg chg="del">
          <ac:chgData name="Howard, Annie Green" userId="cca2d8b1-65da-4752-8b83-4f1c0df3704b" providerId="ADAL" clId="{EAA4A942-942A-464E-BB0E-47C9CDF5DE67}" dt="2026-04-16T06:22:48.875" v="98" actId="478"/>
          <ac:spMkLst>
            <pc:docMk/>
            <pc:sldMk cId="3900445157" sldId="258"/>
            <ac:spMk id="3" creationId="{2416D6E2-1728-867A-6663-FF06C165C3DC}"/>
          </ac:spMkLst>
        </pc:spChg>
      </pc:sldChg>
      <pc:sldChg chg="modSp add mod">
        <pc:chgData name="Howard, Annie Green" userId="cca2d8b1-65da-4752-8b83-4f1c0df3704b" providerId="ADAL" clId="{EAA4A942-942A-464E-BB0E-47C9CDF5DE67}" dt="2026-04-16T06:23:03.769" v="158" actId="20577"/>
        <pc:sldMkLst>
          <pc:docMk/>
          <pc:sldMk cId="966956073" sldId="259"/>
        </pc:sldMkLst>
        <pc:spChg chg="mod">
          <ac:chgData name="Howard, Annie Green" userId="cca2d8b1-65da-4752-8b83-4f1c0df3704b" providerId="ADAL" clId="{EAA4A942-942A-464E-BB0E-47C9CDF5DE67}" dt="2026-04-16T06:23:03.769" v="158" actId="20577"/>
          <ac:spMkLst>
            <pc:docMk/>
            <pc:sldMk cId="966956073" sldId="259"/>
            <ac:spMk id="2" creationId="{4B1B9066-9FBD-7382-7847-27FDA423C6B5}"/>
          </ac:spMkLst>
        </pc:spChg>
      </pc:sldChg>
      <pc:sldChg chg="addSp delSp modSp new mod">
        <pc:chgData name="Howard, Annie Green" userId="cca2d8b1-65da-4752-8b83-4f1c0df3704b" providerId="ADAL" clId="{EAA4A942-942A-464E-BB0E-47C9CDF5DE67}" dt="2026-04-16T06:24:13.551" v="189" actId="14100"/>
        <pc:sldMkLst>
          <pc:docMk/>
          <pc:sldMk cId="1243072071" sldId="260"/>
        </pc:sldMkLst>
        <pc:spChg chg="del mod">
          <ac:chgData name="Howard, Annie Green" userId="cca2d8b1-65da-4752-8b83-4f1c0df3704b" providerId="ADAL" clId="{EAA4A942-942A-464E-BB0E-47C9CDF5DE67}" dt="2026-04-16T06:23:20.867" v="165" actId="478"/>
          <ac:spMkLst>
            <pc:docMk/>
            <pc:sldMk cId="1243072071" sldId="260"/>
            <ac:spMk id="2" creationId="{19644664-0B4F-1634-18DF-B6960DE69B73}"/>
          </ac:spMkLst>
        </pc:spChg>
        <pc:spChg chg="del">
          <ac:chgData name="Howard, Annie Green" userId="cca2d8b1-65da-4752-8b83-4f1c0df3704b" providerId="ADAL" clId="{EAA4A942-942A-464E-BB0E-47C9CDF5DE67}" dt="2026-04-16T06:23:13.794" v="161"/>
          <ac:spMkLst>
            <pc:docMk/>
            <pc:sldMk cId="1243072071" sldId="260"/>
            <ac:spMk id="3" creationId="{3D52FD4E-7748-84BC-FAF9-A348052681AD}"/>
          </ac:spMkLst>
        </pc:spChg>
        <pc:picChg chg="add mod ord">
          <ac:chgData name="Howard, Annie Green" userId="cca2d8b1-65da-4752-8b83-4f1c0df3704b" providerId="ADAL" clId="{EAA4A942-942A-464E-BB0E-47C9CDF5DE67}" dt="2026-04-16T06:24:13.551" v="189" actId="14100"/>
          <ac:picMkLst>
            <pc:docMk/>
            <pc:sldMk cId="1243072071" sldId="260"/>
            <ac:picMk id="5" creationId="{5489CD8F-1BB6-68BA-CB14-633DF2D57DD3}"/>
          </ac:picMkLst>
        </pc:picChg>
      </pc:sldChg>
      <pc:sldChg chg="addSp delSp modSp new mod">
        <pc:chgData name="Howard, Annie Green" userId="cca2d8b1-65da-4752-8b83-4f1c0df3704b" providerId="ADAL" clId="{EAA4A942-942A-464E-BB0E-47C9CDF5DE67}" dt="2026-04-16T06:23:55.946" v="182" actId="1076"/>
        <pc:sldMkLst>
          <pc:docMk/>
          <pc:sldMk cId="3266677140" sldId="261"/>
        </pc:sldMkLst>
        <pc:spChg chg="del">
          <ac:chgData name="Howard, Annie Green" userId="cca2d8b1-65da-4752-8b83-4f1c0df3704b" providerId="ADAL" clId="{EAA4A942-942A-464E-BB0E-47C9CDF5DE67}" dt="2026-04-16T06:23:50.060" v="178" actId="478"/>
          <ac:spMkLst>
            <pc:docMk/>
            <pc:sldMk cId="3266677140" sldId="261"/>
            <ac:spMk id="2" creationId="{4E0AAFD2-9E98-F31B-F40C-BD93F49A4C73}"/>
          </ac:spMkLst>
        </pc:spChg>
        <pc:spChg chg="del">
          <ac:chgData name="Howard, Annie Green" userId="cca2d8b1-65da-4752-8b83-4f1c0df3704b" providerId="ADAL" clId="{EAA4A942-942A-464E-BB0E-47C9CDF5DE67}" dt="2026-04-16T06:23:32.203" v="170"/>
          <ac:spMkLst>
            <pc:docMk/>
            <pc:sldMk cId="3266677140" sldId="261"/>
            <ac:spMk id="3" creationId="{45EE3741-CD12-AFAD-10AD-D146D6914BFD}"/>
          </ac:spMkLst>
        </pc:spChg>
        <pc:picChg chg="add mod ord">
          <ac:chgData name="Howard, Annie Green" userId="cca2d8b1-65da-4752-8b83-4f1c0df3704b" providerId="ADAL" clId="{EAA4A942-942A-464E-BB0E-47C9CDF5DE67}" dt="2026-04-16T06:23:55.946" v="182" actId="1076"/>
          <ac:picMkLst>
            <pc:docMk/>
            <pc:sldMk cId="3266677140" sldId="261"/>
            <ac:picMk id="5" creationId="{EE753471-0B1C-D9E1-4B2E-E92762C413F6}"/>
          </ac:picMkLst>
        </pc:picChg>
      </pc:sldChg>
      <pc:sldChg chg="addSp delSp modSp new mod ord">
        <pc:chgData name="Howard, Annie Green" userId="cca2d8b1-65da-4752-8b83-4f1c0df3704b" providerId="ADAL" clId="{EAA4A942-942A-464E-BB0E-47C9CDF5DE67}" dt="2026-04-16T06:24:05.698" v="187" actId="1076"/>
        <pc:sldMkLst>
          <pc:docMk/>
          <pc:sldMk cId="1170409741" sldId="262"/>
        </pc:sldMkLst>
        <pc:spChg chg="del">
          <ac:chgData name="Howard, Annie Green" userId="cca2d8b1-65da-4752-8b83-4f1c0df3704b" providerId="ADAL" clId="{EAA4A942-942A-464E-BB0E-47C9CDF5DE67}" dt="2026-04-16T06:23:58.786" v="183" actId="478"/>
          <ac:spMkLst>
            <pc:docMk/>
            <pc:sldMk cId="1170409741" sldId="262"/>
            <ac:spMk id="2" creationId="{5E90DCF9-2CA8-57E9-90C5-A7AF1BAE6314}"/>
          </ac:spMkLst>
        </pc:spChg>
        <pc:spChg chg="del">
          <ac:chgData name="Howard, Annie Green" userId="cca2d8b1-65da-4752-8b83-4f1c0df3704b" providerId="ADAL" clId="{EAA4A942-942A-464E-BB0E-47C9CDF5DE67}" dt="2026-04-16T06:23:40.364" v="174"/>
          <ac:spMkLst>
            <pc:docMk/>
            <pc:sldMk cId="1170409741" sldId="262"/>
            <ac:spMk id="3" creationId="{8AF76F4F-0867-4A56-9BF7-C6C2B9EE7BBE}"/>
          </ac:spMkLst>
        </pc:spChg>
        <pc:picChg chg="add mod ord">
          <ac:chgData name="Howard, Annie Green" userId="cca2d8b1-65da-4752-8b83-4f1c0df3704b" providerId="ADAL" clId="{EAA4A942-942A-464E-BB0E-47C9CDF5DE67}" dt="2026-04-16T06:24:05.698" v="187" actId="1076"/>
          <ac:picMkLst>
            <pc:docMk/>
            <pc:sldMk cId="1170409741" sldId="262"/>
            <ac:picMk id="5" creationId="{B3A2C3F9-342A-01A1-0EF6-FA2823D9045D}"/>
          </ac:picMkLst>
        </pc:picChg>
      </pc:sldChg>
      <pc:sldChg chg="addSp delSp modSp new mod setBg">
        <pc:chgData name="Howard, Annie Green" userId="cca2d8b1-65da-4752-8b83-4f1c0df3704b" providerId="ADAL" clId="{EAA4A942-942A-464E-BB0E-47C9CDF5DE67}" dt="2026-04-16T06:52:22.503" v="322" actId="1076"/>
        <pc:sldMkLst>
          <pc:docMk/>
          <pc:sldMk cId="3277556242" sldId="263"/>
        </pc:sldMkLst>
        <pc:spChg chg="del">
          <ac:chgData name="Howard, Annie Green" userId="cca2d8b1-65da-4752-8b83-4f1c0df3704b" providerId="ADAL" clId="{EAA4A942-942A-464E-BB0E-47C9CDF5DE67}" dt="2026-04-16T06:52:11.968" v="318" actId="26606"/>
          <ac:spMkLst>
            <pc:docMk/>
            <pc:sldMk cId="3277556242" sldId="263"/>
            <ac:spMk id="2" creationId="{0C136704-022E-4046-FA75-B3F917B4D602}"/>
          </ac:spMkLst>
        </pc:spChg>
        <pc:spChg chg="del">
          <ac:chgData name="Howard, Annie Green" userId="cca2d8b1-65da-4752-8b83-4f1c0df3704b" providerId="ADAL" clId="{EAA4A942-942A-464E-BB0E-47C9CDF5DE67}" dt="2026-04-16T06:52:06.375" v="317"/>
          <ac:spMkLst>
            <pc:docMk/>
            <pc:sldMk cId="3277556242" sldId="263"/>
            <ac:spMk id="3" creationId="{D6AAF9C8-3F54-7943-436D-93CD0B5EE22D}"/>
          </ac:spMkLst>
        </pc:spChg>
        <pc:spChg chg="add">
          <ac:chgData name="Howard, Annie Green" userId="cca2d8b1-65da-4752-8b83-4f1c0df3704b" providerId="ADAL" clId="{EAA4A942-942A-464E-BB0E-47C9CDF5DE67}" dt="2026-04-16T06:52:11.968" v="318" actId="26606"/>
          <ac:spMkLst>
            <pc:docMk/>
            <pc:sldMk cId="3277556242" sldId="263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6:52:11.968" v="318" actId="26606"/>
          <ac:spMkLst>
            <pc:docMk/>
            <pc:sldMk cId="3277556242" sldId="263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6:52:11.968" v="318" actId="26606"/>
          <ac:spMkLst>
            <pc:docMk/>
            <pc:sldMk cId="3277556242" sldId="263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6:52:22.503" v="322" actId="1076"/>
          <ac:graphicFrameMkLst>
            <pc:docMk/>
            <pc:sldMk cId="3277556242" sldId="263"/>
            <ac:graphicFrameMk id="4" creationId="{695CCE54-F59D-E4E8-64B0-1E274926CBA9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6:50:29.697" v="257" actId="14734"/>
        <pc:sldMkLst>
          <pc:docMk/>
          <pc:sldMk cId="562289608" sldId="264"/>
        </pc:sldMkLst>
        <pc:spChg chg="mod">
          <ac:chgData name="Howard, Annie Green" userId="cca2d8b1-65da-4752-8b83-4f1c0df3704b" providerId="ADAL" clId="{EAA4A942-942A-464E-BB0E-47C9CDF5DE67}" dt="2026-04-16T06:24:44.169" v="225" actId="20577"/>
          <ac:spMkLst>
            <pc:docMk/>
            <pc:sldMk cId="562289608" sldId="264"/>
            <ac:spMk id="2" creationId="{F977E4FA-4AE1-605A-2A7C-B93DAE0ACDA2}"/>
          </ac:spMkLst>
        </pc:spChg>
        <pc:spChg chg="del">
          <ac:chgData name="Howard, Annie Green" userId="cca2d8b1-65da-4752-8b83-4f1c0df3704b" providerId="ADAL" clId="{EAA4A942-942A-464E-BB0E-47C9CDF5DE67}" dt="2026-04-16T06:24:30.057" v="191"/>
          <ac:spMkLst>
            <pc:docMk/>
            <pc:sldMk cId="562289608" sldId="264"/>
            <ac:spMk id="3" creationId="{CF76A530-9B84-92D5-EFE8-8FCE99476E55}"/>
          </ac:spMkLst>
        </pc:spChg>
        <pc:spChg chg="add del mod">
          <ac:chgData name="Howard, Annie Green" userId="cca2d8b1-65da-4752-8b83-4f1c0df3704b" providerId="ADAL" clId="{EAA4A942-942A-464E-BB0E-47C9CDF5DE67}" dt="2026-04-16T06:49:45.201" v="245"/>
          <ac:spMkLst>
            <pc:docMk/>
            <pc:sldMk cId="562289608" sldId="264"/>
            <ac:spMk id="5" creationId="{7EE7D654-600C-B0C0-DA1B-B2EAD7F712DE}"/>
          </ac:spMkLst>
        </pc:spChg>
        <pc:spChg chg="add del">
          <ac:chgData name="Howard, Annie Green" userId="cca2d8b1-65da-4752-8b83-4f1c0df3704b" providerId="ADAL" clId="{EAA4A942-942A-464E-BB0E-47C9CDF5DE67}" dt="2026-04-16T06:49:47.521" v="246" actId="26606"/>
          <ac:spMkLst>
            <pc:docMk/>
            <pc:sldMk cId="562289608" sldId="264"/>
            <ac:spMk id="9" creationId="{6753252F-4873-4F63-801D-CC719279A7D5}"/>
          </ac:spMkLst>
        </pc:spChg>
        <pc:spChg chg="add del">
          <ac:chgData name="Howard, Annie Green" userId="cca2d8b1-65da-4752-8b83-4f1c0df3704b" providerId="ADAL" clId="{EAA4A942-942A-464E-BB0E-47C9CDF5DE67}" dt="2026-04-16T06:49:47.521" v="246" actId="26606"/>
          <ac:spMkLst>
            <pc:docMk/>
            <pc:sldMk cId="562289608" sldId="264"/>
            <ac:spMk id="11" creationId="{047C8CCB-F95D-4249-92DD-651249D3535A}"/>
          </ac:spMkLst>
        </pc:spChg>
        <pc:spChg chg="add">
          <ac:chgData name="Howard, Annie Green" userId="cca2d8b1-65da-4752-8b83-4f1c0df3704b" providerId="ADAL" clId="{EAA4A942-942A-464E-BB0E-47C9CDF5DE67}" dt="2026-04-16T06:49:47.521" v="246" actId="26606"/>
          <ac:spMkLst>
            <pc:docMk/>
            <pc:sldMk cId="562289608" sldId="264"/>
            <ac:spMk id="16" creationId="{6753252F-4873-4F63-801D-CC719279A7D5}"/>
          </ac:spMkLst>
        </pc:spChg>
        <pc:spChg chg="add">
          <ac:chgData name="Howard, Annie Green" userId="cca2d8b1-65da-4752-8b83-4f1c0df3704b" providerId="ADAL" clId="{EAA4A942-942A-464E-BB0E-47C9CDF5DE67}" dt="2026-04-16T06:49:47.521" v="246" actId="26606"/>
          <ac:spMkLst>
            <pc:docMk/>
            <pc:sldMk cId="562289608" sldId="264"/>
            <ac:spMk id="18" creationId="{047C8CCB-F95D-4249-92DD-651249D3535A}"/>
          </ac:spMkLst>
        </pc:spChg>
        <pc:graphicFrameChg chg="add del mod modGraphic">
          <ac:chgData name="Howard, Annie Green" userId="cca2d8b1-65da-4752-8b83-4f1c0df3704b" providerId="ADAL" clId="{EAA4A942-942A-464E-BB0E-47C9CDF5DE67}" dt="2026-04-16T06:49:32.171" v="244" actId="478"/>
          <ac:graphicFrameMkLst>
            <pc:docMk/>
            <pc:sldMk cId="562289608" sldId="264"/>
            <ac:graphicFrameMk id="4" creationId="{47168F63-3D3C-8F6E-245C-B4A97A2AEEDA}"/>
          </ac:graphicFrameMkLst>
        </pc:graphicFrameChg>
        <pc:graphicFrameChg chg="add mod modGraphic">
          <ac:chgData name="Howard, Annie Green" userId="cca2d8b1-65da-4752-8b83-4f1c0df3704b" providerId="ADAL" clId="{EAA4A942-942A-464E-BB0E-47C9CDF5DE67}" dt="2026-04-16T06:50:29.697" v="257" actId="14734"/>
          <ac:graphicFrameMkLst>
            <pc:docMk/>
            <pc:sldMk cId="562289608" sldId="264"/>
            <ac:graphicFrameMk id="6" creationId="{544CD227-6234-6192-C667-7EF99FDC0981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6:51:30.112" v="315" actId="14734"/>
        <pc:sldMkLst>
          <pc:docMk/>
          <pc:sldMk cId="3694096001" sldId="265"/>
        </pc:sldMkLst>
        <pc:spChg chg="mod">
          <ac:chgData name="Howard, Annie Green" userId="cca2d8b1-65da-4752-8b83-4f1c0df3704b" providerId="ADAL" clId="{EAA4A942-942A-464E-BB0E-47C9CDF5DE67}" dt="2026-04-16T06:51:13.868" v="309" actId="20577"/>
          <ac:spMkLst>
            <pc:docMk/>
            <pc:sldMk cId="3694096001" sldId="265"/>
            <ac:spMk id="2" creationId="{1DB08A3D-F974-B6D2-4A89-A0F85B7552F6}"/>
          </ac:spMkLst>
        </pc:spChg>
        <pc:spChg chg="del">
          <ac:chgData name="Howard, Annie Green" userId="cca2d8b1-65da-4752-8b83-4f1c0df3704b" providerId="ADAL" clId="{EAA4A942-942A-464E-BB0E-47C9CDF5DE67}" dt="2026-04-16T06:50:45.218" v="259"/>
          <ac:spMkLst>
            <pc:docMk/>
            <pc:sldMk cId="3694096001" sldId="265"/>
            <ac:spMk id="3" creationId="{9290F32D-ECDC-9776-4D86-30946A50F48C}"/>
          </ac:spMkLst>
        </pc:spChg>
        <pc:spChg chg="add del">
          <ac:chgData name="Howard, Annie Green" userId="cca2d8b1-65da-4752-8b83-4f1c0df3704b" providerId="ADAL" clId="{EAA4A942-942A-464E-BB0E-47C9CDF5DE67}" dt="2026-04-16T06:50:59.474" v="261" actId="26606"/>
          <ac:spMkLst>
            <pc:docMk/>
            <pc:sldMk cId="3694096001" sldId="265"/>
            <ac:spMk id="9" creationId="{6753252F-4873-4F63-801D-CC719279A7D5}"/>
          </ac:spMkLst>
        </pc:spChg>
        <pc:spChg chg="add del">
          <ac:chgData name="Howard, Annie Green" userId="cca2d8b1-65da-4752-8b83-4f1c0df3704b" providerId="ADAL" clId="{EAA4A942-942A-464E-BB0E-47C9CDF5DE67}" dt="2026-04-16T06:50:59.474" v="261" actId="26606"/>
          <ac:spMkLst>
            <pc:docMk/>
            <pc:sldMk cId="3694096001" sldId="265"/>
            <ac:spMk id="11" creationId="{047C8CCB-F95D-4249-92DD-651249D3535A}"/>
          </ac:spMkLst>
        </pc:spChg>
        <pc:spChg chg="add">
          <ac:chgData name="Howard, Annie Green" userId="cca2d8b1-65da-4752-8b83-4f1c0df3704b" providerId="ADAL" clId="{EAA4A942-942A-464E-BB0E-47C9CDF5DE67}" dt="2026-04-16T06:50:59.474" v="261" actId="26606"/>
          <ac:spMkLst>
            <pc:docMk/>
            <pc:sldMk cId="3694096001" sldId="265"/>
            <ac:spMk id="16" creationId="{6753252F-4873-4F63-801D-CC719279A7D5}"/>
          </ac:spMkLst>
        </pc:spChg>
        <pc:spChg chg="add">
          <ac:chgData name="Howard, Annie Green" userId="cca2d8b1-65da-4752-8b83-4f1c0df3704b" providerId="ADAL" clId="{EAA4A942-942A-464E-BB0E-47C9CDF5DE67}" dt="2026-04-16T06:50:59.474" v="261" actId="26606"/>
          <ac:spMkLst>
            <pc:docMk/>
            <pc:sldMk cId="3694096001" sldId="265"/>
            <ac:spMk id="18" creationId="{047C8CCB-F95D-4249-92DD-651249D3535A}"/>
          </ac:spMkLst>
        </pc:spChg>
        <pc:graphicFrameChg chg="add mod modGraphic">
          <ac:chgData name="Howard, Annie Green" userId="cca2d8b1-65da-4752-8b83-4f1c0df3704b" providerId="ADAL" clId="{EAA4A942-942A-464E-BB0E-47C9CDF5DE67}" dt="2026-04-16T06:51:30.112" v="315" actId="14734"/>
          <ac:graphicFrameMkLst>
            <pc:docMk/>
            <pc:sldMk cId="3694096001" sldId="265"/>
            <ac:graphicFrameMk id="4" creationId="{4E58003B-366D-4E6D-C43E-B62A0E387247}"/>
          </ac:graphicFrameMkLst>
        </pc:graphicFrameChg>
      </pc:sldChg>
      <pc:sldChg chg="new">
        <pc:chgData name="Howard, Annie Green" userId="cca2d8b1-65da-4752-8b83-4f1c0df3704b" providerId="ADAL" clId="{EAA4A942-942A-464E-BB0E-47C9CDF5DE67}" dt="2026-04-16T06:51:46.505" v="316" actId="680"/>
        <pc:sldMkLst>
          <pc:docMk/>
          <pc:sldMk cId="190251047" sldId="266"/>
        </pc:sldMkLst>
      </pc:sldChg>
      <pc:sldChg chg="addSp delSp modSp add mod setBg delDesignElem">
        <pc:chgData name="Howard, Annie Green" userId="cca2d8b1-65da-4752-8b83-4f1c0df3704b" providerId="ADAL" clId="{EAA4A942-942A-464E-BB0E-47C9CDF5DE67}" dt="2026-04-16T06:52:36.524" v="327" actId="478"/>
        <pc:sldMkLst>
          <pc:docMk/>
          <pc:sldMk cId="1139259835" sldId="267"/>
        </pc:sldMkLst>
        <pc:spChg chg="add mod">
          <ac:chgData name="Howard, Annie Green" userId="cca2d8b1-65da-4752-8b83-4f1c0df3704b" providerId="ADAL" clId="{EAA4A942-942A-464E-BB0E-47C9CDF5DE67}" dt="2026-04-16T06:52:36.524" v="327" actId="478"/>
          <ac:spMkLst>
            <pc:docMk/>
            <pc:sldMk cId="1139259835" sldId="267"/>
            <ac:spMk id="3" creationId="{EA5B11FE-B19B-433E-E49F-288BA8F7B388}"/>
          </ac:spMkLst>
        </pc:spChg>
        <pc:spChg chg="del">
          <ac:chgData name="Howard, Annie Green" userId="cca2d8b1-65da-4752-8b83-4f1c0df3704b" providerId="ADAL" clId="{EAA4A942-942A-464E-BB0E-47C9CDF5DE67}" dt="2026-04-16T06:52:24.813" v="324"/>
          <ac:spMkLst>
            <pc:docMk/>
            <pc:sldMk cId="1139259835" sldId="267"/>
            <ac:spMk id="9" creationId="{50FA6F46-147A-550F-B39D-2DB8DCB8AE3C}"/>
          </ac:spMkLst>
        </pc:spChg>
        <pc:spChg chg="del">
          <ac:chgData name="Howard, Annie Green" userId="cca2d8b1-65da-4752-8b83-4f1c0df3704b" providerId="ADAL" clId="{EAA4A942-942A-464E-BB0E-47C9CDF5DE67}" dt="2026-04-16T06:52:24.813" v="324"/>
          <ac:spMkLst>
            <pc:docMk/>
            <pc:sldMk cId="1139259835" sldId="267"/>
            <ac:spMk id="11" creationId="{A435A908-69AB-D426-48F3-A2384D759428}"/>
          </ac:spMkLst>
        </pc:spChg>
        <pc:spChg chg="del">
          <ac:chgData name="Howard, Annie Green" userId="cca2d8b1-65da-4752-8b83-4f1c0df3704b" providerId="ADAL" clId="{EAA4A942-942A-464E-BB0E-47C9CDF5DE67}" dt="2026-04-16T06:52:24.813" v="324"/>
          <ac:spMkLst>
            <pc:docMk/>
            <pc:sldMk cId="1139259835" sldId="267"/>
            <ac:spMk id="13" creationId="{3D79A25E-9502-6519-34B1-45E83387F264}"/>
          </ac:spMkLst>
        </pc:spChg>
        <pc:graphicFrameChg chg="del">
          <ac:chgData name="Howard, Annie Green" userId="cca2d8b1-65da-4752-8b83-4f1c0df3704b" providerId="ADAL" clId="{EAA4A942-942A-464E-BB0E-47C9CDF5DE67}" dt="2026-04-16T06:52:36.524" v="327" actId="478"/>
          <ac:graphicFrameMkLst>
            <pc:docMk/>
            <pc:sldMk cId="1139259835" sldId="267"/>
            <ac:graphicFrameMk id="4" creationId="{2412FDF2-0046-F427-015B-64F52F75E274}"/>
          </ac:graphicFrameMkLst>
        </pc:graphicFrameChg>
      </pc:sldChg>
      <pc:sldChg chg="addSp delSp modSp add mod setBg delDesignElem">
        <pc:chgData name="Howard, Annie Green" userId="cca2d8b1-65da-4752-8b83-4f1c0df3704b" providerId="ADAL" clId="{EAA4A942-942A-464E-BB0E-47C9CDF5DE67}" dt="2026-04-16T06:53:21.278" v="330" actId="26606"/>
        <pc:sldMkLst>
          <pc:docMk/>
          <pc:sldMk cId="3913551669" sldId="268"/>
        </pc:sldMkLst>
        <pc:spChg chg="add del mod">
          <ac:chgData name="Howard, Annie Green" userId="cca2d8b1-65da-4752-8b83-4f1c0df3704b" providerId="ADAL" clId="{EAA4A942-942A-464E-BB0E-47C9CDF5DE67}" dt="2026-04-16T06:53:18.010" v="329"/>
          <ac:spMkLst>
            <pc:docMk/>
            <pc:sldMk cId="3913551669" sldId="268"/>
            <ac:spMk id="3" creationId="{9CC70443-8F3A-CF95-D333-E0AB774BF15D}"/>
          </ac:spMkLst>
        </pc:spChg>
        <pc:spChg chg="del">
          <ac:chgData name="Howard, Annie Green" userId="cca2d8b1-65da-4752-8b83-4f1c0df3704b" providerId="ADAL" clId="{EAA4A942-942A-464E-BB0E-47C9CDF5DE67}" dt="2026-04-16T06:52:32.752" v="326"/>
          <ac:spMkLst>
            <pc:docMk/>
            <pc:sldMk cId="3913551669" sldId="268"/>
            <ac:spMk id="9" creationId="{A6A3DE37-36F7-1DA1-649E-C1DB573212B0}"/>
          </ac:spMkLst>
        </pc:spChg>
        <pc:spChg chg="add">
          <ac:chgData name="Howard, Annie Green" userId="cca2d8b1-65da-4752-8b83-4f1c0df3704b" providerId="ADAL" clId="{EAA4A942-942A-464E-BB0E-47C9CDF5DE67}" dt="2026-04-16T06:53:21.278" v="330" actId="26606"/>
          <ac:spMkLst>
            <pc:docMk/>
            <pc:sldMk cId="3913551669" sldId="268"/>
            <ac:spMk id="10" creationId="{B9FF99BD-075F-4761-A995-6FC574BD25EA}"/>
          </ac:spMkLst>
        </pc:spChg>
        <pc:spChg chg="del">
          <ac:chgData name="Howard, Annie Green" userId="cca2d8b1-65da-4752-8b83-4f1c0df3704b" providerId="ADAL" clId="{EAA4A942-942A-464E-BB0E-47C9CDF5DE67}" dt="2026-04-16T06:52:32.752" v="326"/>
          <ac:spMkLst>
            <pc:docMk/>
            <pc:sldMk cId="3913551669" sldId="268"/>
            <ac:spMk id="11" creationId="{6A0F150F-93F8-52B0-7BEB-562C649303E4}"/>
          </ac:spMkLst>
        </pc:spChg>
        <pc:spChg chg="add">
          <ac:chgData name="Howard, Annie Green" userId="cca2d8b1-65da-4752-8b83-4f1c0df3704b" providerId="ADAL" clId="{EAA4A942-942A-464E-BB0E-47C9CDF5DE67}" dt="2026-04-16T06:53:21.278" v="330" actId="26606"/>
          <ac:spMkLst>
            <pc:docMk/>
            <pc:sldMk cId="3913551669" sldId="268"/>
            <ac:spMk id="12" creationId="{A7B21A54-9BA3-4EA9-B460-5A829ADD9051}"/>
          </ac:spMkLst>
        </pc:spChg>
        <pc:spChg chg="del">
          <ac:chgData name="Howard, Annie Green" userId="cca2d8b1-65da-4752-8b83-4f1c0df3704b" providerId="ADAL" clId="{EAA4A942-942A-464E-BB0E-47C9CDF5DE67}" dt="2026-04-16T06:52:32.752" v="326"/>
          <ac:spMkLst>
            <pc:docMk/>
            <pc:sldMk cId="3913551669" sldId="268"/>
            <ac:spMk id="13" creationId="{C3CB80DD-903A-1D9C-2F99-651CF12D0181}"/>
          </ac:spMkLst>
        </pc:spChg>
        <pc:spChg chg="add">
          <ac:chgData name="Howard, Annie Green" userId="cca2d8b1-65da-4752-8b83-4f1c0df3704b" providerId="ADAL" clId="{EAA4A942-942A-464E-BB0E-47C9CDF5DE67}" dt="2026-04-16T06:53:21.278" v="330" actId="26606"/>
          <ac:spMkLst>
            <pc:docMk/>
            <pc:sldMk cId="3913551669" sldId="268"/>
            <ac:spMk id="14" creationId="{6FA8F714-B9D8-488A-8CCA-E9948FF913A9}"/>
          </ac:spMkLst>
        </pc:spChg>
        <pc:graphicFrameChg chg="del">
          <ac:chgData name="Howard, Annie Green" userId="cca2d8b1-65da-4752-8b83-4f1c0df3704b" providerId="ADAL" clId="{EAA4A942-942A-464E-BB0E-47C9CDF5DE67}" dt="2026-04-16T06:52:39.206" v="328" actId="478"/>
          <ac:graphicFrameMkLst>
            <pc:docMk/>
            <pc:sldMk cId="3913551669" sldId="268"/>
            <ac:graphicFrameMk id="4" creationId="{C3DFB1B3-CE1B-6B66-9A97-045BAE313593}"/>
          </ac:graphicFrameMkLst>
        </pc:graphicFrameChg>
        <pc:graphicFrameChg chg="add mod modGraphic">
          <ac:chgData name="Howard, Annie Green" userId="cca2d8b1-65da-4752-8b83-4f1c0df3704b" providerId="ADAL" clId="{EAA4A942-942A-464E-BB0E-47C9CDF5DE67}" dt="2026-04-16T06:53:21.278" v="330" actId="26606"/>
          <ac:graphicFrameMkLst>
            <pc:docMk/>
            <pc:sldMk cId="3913551669" sldId="268"/>
            <ac:graphicFrameMk id="5" creationId="{FDF414A4-256F-4821-B7ED-6F8D02F72C88}"/>
          </ac:graphicFrameMkLst>
        </pc:graphicFrameChg>
      </pc:sldChg>
      <pc:sldChg chg="addSp delSp modSp new mod setBg">
        <pc:chgData name="Howard, Annie Green" userId="cca2d8b1-65da-4752-8b83-4f1c0df3704b" providerId="ADAL" clId="{EAA4A942-942A-464E-BB0E-47C9CDF5DE67}" dt="2026-04-16T06:53:48.786" v="333" actId="26606"/>
        <pc:sldMkLst>
          <pc:docMk/>
          <pc:sldMk cId="1950066225" sldId="269"/>
        </pc:sldMkLst>
        <pc:spChg chg="del">
          <ac:chgData name="Howard, Annie Green" userId="cca2d8b1-65da-4752-8b83-4f1c0df3704b" providerId="ADAL" clId="{EAA4A942-942A-464E-BB0E-47C9CDF5DE67}" dt="2026-04-16T06:53:48.786" v="333" actId="26606"/>
          <ac:spMkLst>
            <pc:docMk/>
            <pc:sldMk cId="1950066225" sldId="269"/>
            <ac:spMk id="2" creationId="{07A20BBB-534B-0897-1FCC-1EAAB849DEE0}"/>
          </ac:spMkLst>
        </pc:spChg>
        <pc:spChg chg="del">
          <ac:chgData name="Howard, Annie Green" userId="cca2d8b1-65da-4752-8b83-4f1c0df3704b" providerId="ADAL" clId="{EAA4A942-942A-464E-BB0E-47C9CDF5DE67}" dt="2026-04-16T06:53:46.357" v="332"/>
          <ac:spMkLst>
            <pc:docMk/>
            <pc:sldMk cId="1950066225" sldId="269"/>
            <ac:spMk id="3" creationId="{03BFEC47-D270-2556-78C8-3EE8F7249F9D}"/>
          </ac:spMkLst>
        </pc:spChg>
        <pc:spChg chg="add">
          <ac:chgData name="Howard, Annie Green" userId="cca2d8b1-65da-4752-8b83-4f1c0df3704b" providerId="ADAL" clId="{EAA4A942-942A-464E-BB0E-47C9CDF5DE67}" dt="2026-04-16T06:53:48.786" v="333" actId="26606"/>
          <ac:spMkLst>
            <pc:docMk/>
            <pc:sldMk cId="1950066225" sldId="269"/>
            <ac:spMk id="9" creationId="{B9FF99BD-075F-4761-A995-6FC574BD25EA}"/>
          </ac:spMkLst>
        </pc:spChg>
        <pc:spChg chg="add">
          <ac:chgData name="Howard, Annie Green" userId="cca2d8b1-65da-4752-8b83-4f1c0df3704b" providerId="ADAL" clId="{EAA4A942-942A-464E-BB0E-47C9CDF5DE67}" dt="2026-04-16T06:53:48.786" v="333" actId="26606"/>
          <ac:spMkLst>
            <pc:docMk/>
            <pc:sldMk cId="1950066225" sldId="269"/>
            <ac:spMk id="11" creationId="{A7B21A54-9BA3-4EA9-B460-5A829ADD9051}"/>
          </ac:spMkLst>
        </pc:spChg>
        <pc:spChg chg="add">
          <ac:chgData name="Howard, Annie Green" userId="cca2d8b1-65da-4752-8b83-4f1c0df3704b" providerId="ADAL" clId="{EAA4A942-942A-464E-BB0E-47C9CDF5DE67}" dt="2026-04-16T06:53:48.786" v="333" actId="26606"/>
          <ac:spMkLst>
            <pc:docMk/>
            <pc:sldMk cId="1950066225" sldId="269"/>
            <ac:spMk id="13" creationId="{6FA8F714-B9D8-488A-8CCA-E9948FF913A9}"/>
          </ac:spMkLst>
        </pc:spChg>
        <pc:graphicFrameChg chg="add mod modGraphic">
          <ac:chgData name="Howard, Annie Green" userId="cca2d8b1-65da-4752-8b83-4f1c0df3704b" providerId="ADAL" clId="{EAA4A942-942A-464E-BB0E-47C9CDF5DE67}" dt="2026-04-16T06:53:48.786" v="333" actId="26606"/>
          <ac:graphicFrameMkLst>
            <pc:docMk/>
            <pc:sldMk cId="1950066225" sldId="269"/>
            <ac:graphicFrameMk id="4" creationId="{6F5AF866-8932-E7A7-96D6-2FC6951C824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9434-C57D-9715-1ABC-8AACF20ED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5E54D-0663-0F77-D851-C4AEC75EF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70F4-B032-0C79-239C-DFD8FE7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7742-AF33-6914-C0BD-7F6EF287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195F-4837-BDA5-9774-92247394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8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F347-EE59-D2D3-9051-536D2633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C423-09C9-5467-C270-8E286EE4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2E9E-88C3-261C-5255-170ACAE7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E1-97C6-AF0F-F280-FDEB939A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54A0-3D47-56ED-3C58-D9369342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9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7023-57D5-7728-10E7-11D3026E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C57A4-3B6C-235F-B393-9B7BED897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FEE9-012B-6F0B-BD18-56E426BF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55D77-393F-69B9-B3F6-3364B6F4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DDF5A-3E11-5142-BCD9-8013FD0A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7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FAD6-82AB-CF2C-80E1-D35A15E1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4528A-E5C1-83BC-E745-E49162EDD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9D15B-E492-DD2A-A637-3BBA4201E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60725-C3D6-4B4A-5973-F23E79B3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CB137-06F8-1602-50DF-7C256B54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9E330-2EB5-E915-486C-72F33546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5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C0B6-59E6-04EA-6EA7-C415A022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E2306-DF10-C66A-2167-9222F94FA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15DB5-1C02-530A-3416-94994A458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5EC12-D310-7817-44D3-453023925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81767-7BFE-AAA6-17D4-95784FBF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054A0-CEEF-1A96-7B19-BDEC6C46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D3336-CD73-0B00-8783-B2382EF8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36D59-7D3C-1E5B-33C0-F1A18F14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2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019D-497F-C485-5DF2-1A0D9D15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A9BFF-45D1-B308-D7D3-DB323669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0D5D8-427F-5C9C-E04D-DF3831AA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C49C0-655F-16E1-2D47-22C038DC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6BA0D-82D2-8C51-EE8C-CDCD2E84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A08CA-A310-F0DF-9337-088DFFC7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C1915-AF91-0BC6-1D6A-7924CECA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0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5BC0-9E1C-F70D-8F5A-03756766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F14-5220-3A62-BABA-FD113663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E7E07-F03B-363E-0033-C51CBF6D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9FDF8-D500-C32A-172C-B3D46383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A6811-AB60-A7A3-541C-B27A5AA0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28E3B-1121-F96A-7A4F-ABBA5FAF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1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2C7-48F9-6F5E-3CCA-225722F9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B285E-0995-9C98-0824-C396656BC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3C178-FCF8-581F-7AA8-547ADDBF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8B1F1-2EA0-942A-2FD0-26C0D062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4D00-A777-DBEA-00F4-1D32B002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7EAAA-F18D-4D66-6672-7AABEF29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70C9-E430-8518-101B-EE774E7C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E7B67-3D6E-4738-BD9C-C59244757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17976-4CA7-F9E1-E573-308F2CA5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3C70-5C4E-1A7F-7CC9-D5ED0616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D6B6-9CFD-74F7-DA1F-1690C16E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8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5FF2A-BB3C-361B-B46F-46CC48814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CD46D-7B10-377F-82E7-730DA9A17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B2C8-CCB7-C0CE-C886-025467EC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DA48F-59FE-37FC-784F-8845B6A6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B5B88-0222-3C63-C10F-A46B3A74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96759-8015-31D7-058D-BF3F43FE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9B71-29FB-B6F2-37FA-B7596ED9D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EDD9-8C58-18BB-A85A-044DF07A6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51299-B099-4C39-8DBD-3EAED5AB9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70E1-3236-3152-8977-F57770E1E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3D54-61BB-1810-AA62-1EB934B9C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E187C-38C5-4C92-8DB5-41FF477D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8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6A00-8D6A-5688-B460-9CF33926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9066-9FBD-7382-7847-27FDA423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Analytic Sample</a:t>
            </a:r>
          </a:p>
        </p:txBody>
      </p:sp>
    </p:spTree>
    <p:extLst>
      <p:ext uri="{BB962C8B-B14F-4D97-AF65-F5344CB8AC3E}">
        <p14:creationId xmlns:p14="http://schemas.microsoft.com/office/powerpoint/2010/main" val="96695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5CCE54-F59D-E4E8-64B0-1E274926C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368296"/>
              </p:ext>
            </p:extLst>
          </p:nvPr>
        </p:nvGraphicFramePr>
        <p:xfrm>
          <a:off x="1120477" y="1082966"/>
          <a:ext cx="9951043" cy="4522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8101">
                  <a:extLst>
                    <a:ext uri="{9D8B030D-6E8A-4147-A177-3AD203B41FA5}">
                      <a16:colId xmlns:a16="http://schemas.microsoft.com/office/drawing/2014/main" val="4030322539"/>
                    </a:ext>
                  </a:extLst>
                </a:gridCol>
                <a:gridCol w="2080361">
                  <a:extLst>
                    <a:ext uri="{9D8B030D-6E8A-4147-A177-3AD203B41FA5}">
                      <a16:colId xmlns:a16="http://schemas.microsoft.com/office/drawing/2014/main" val="2682388190"/>
                    </a:ext>
                  </a:extLst>
                </a:gridCol>
                <a:gridCol w="1443216">
                  <a:extLst>
                    <a:ext uri="{9D8B030D-6E8A-4147-A177-3AD203B41FA5}">
                      <a16:colId xmlns:a16="http://schemas.microsoft.com/office/drawing/2014/main" val="3306794500"/>
                    </a:ext>
                  </a:extLst>
                </a:gridCol>
                <a:gridCol w="2064360">
                  <a:extLst>
                    <a:ext uri="{9D8B030D-6E8A-4147-A177-3AD203B41FA5}">
                      <a16:colId xmlns:a16="http://schemas.microsoft.com/office/drawing/2014/main" val="3351231422"/>
                    </a:ext>
                  </a:extLst>
                </a:gridCol>
                <a:gridCol w="2064360">
                  <a:extLst>
                    <a:ext uri="{9D8B030D-6E8A-4147-A177-3AD203B41FA5}">
                      <a16:colId xmlns:a16="http://schemas.microsoft.com/office/drawing/2014/main" val="1822591692"/>
                    </a:ext>
                  </a:extLst>
                </a:gridCol>
                <a:gridCol w="1140645">
                  <a:extLst>
                    <a:ext uri="{9D8B030D-6E8A-4147-A177-3AD203B41FA5}">
                      <a16:colId xmlns:a16="http://schemas.microsoft.com/office/drawing/2014/main" val="3367000832"/>
                    </a:ext>
                  </a:extLst>
                </a:gridCol>
              </a:tblGrid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97751"/>
                  </a:ext>
                </a:extLst>
              </a:tr>
              <a:tr h="3163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only              (N = 4,085)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only (N = 3,312)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30438920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Age - Mean (std)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47.9 (12.3)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45.3 (9.2)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40.8 (10.9)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55.3 (9.2)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24078680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35 and below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 (N = 792)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1302)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92262312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 to 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1108)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1796)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36% (N = 1198)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45677890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46 to 55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981)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415)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1796)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31125508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 to 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866)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575)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254)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66987417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66 +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338)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143)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414977941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% Female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1448)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43% (N = 1985)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60% (N = 1984)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43% (N = 1985)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85018062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Racial/ethnic identity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Non-Hispanic White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71% (N = 2903)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73% (N = 3356)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60% (N = 1996)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73% (N = 3356)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8427022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Non-Hispanic Black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404)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521)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378)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521)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045667237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American Indian/Alaskan Native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26)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82689699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Asian/Pacific Islander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432)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427)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408)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427)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22140139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Hispanic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157)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78252805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105)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105)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352034851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Unknown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28)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257)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3120051958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Generational Cohort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WWII (1928-1945)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513)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50)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738825114"/>
                  </a:ext>
                </a:extLst>
              </a:tr>
              <a:tr h="3163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Baby boomer, leading edge (1946-1954)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22% (N = 916)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784)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127)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784)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434591794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Baby boomer, trailing edge (1955-1964)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23% (N = 947)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276)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470046195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 X (1965-1980)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42% (N = 1701)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47% (N = 2166)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1174)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47% (N = 2166)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663584390"/>
                  </a:ext>
                </a:extLst>
              </a:tr>
              <a:tr h="17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 Y (1981-2000)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51% (N = 1685)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0% (N = 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3" marR="3583" marT="3583" marB="0" anchor="b"/>
                </a:tc>
                <a:extLst>
                  <a:ext uri="{0D108BD9-81ED-4DB2-BD59-A6C34878D82A}">
                    <a16:rowId xmlns:a16="http://schemas.microsoft.com/office/drawing/2014/main" val="132715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55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BDBF4-917A-0029-3D89-0070128F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F414A4-256F-4821-B7ED-6F8D02F72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46730"/>
              </p:ext>
            </p:extLst>
          </p:nvPr>
        </p:nvGraphicFramePr>
        <p:xfrm>
          <a:off x="1120477" y="1170870"/>
          <a:ext cx="9951045" cy="464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370">
                  <a:extLst>
                    <a:ext uri="{9D8B030D-6E8A-4147-A177-3AD203B41FA5}">
                      <a16:colId xmlns:a16="http://schemas.microsoft.com/office/drawing/2014/main" val="1525461756"/>
                    </a:ext>
                  </a:extLst>
                </a:gridCol>
                <a:gridCol w="1919816">
                  <a:extLst>
                    <a:ext uri="{9D8B030D-6E8A-4147-A177-3AD203B41FA5}">
                      <a16:colId xmlns:a16="http://schemas.microsoft.com/office/drawing/2014/main" val="3556676618"/>
                    </a:ext>
                  </a:extLst>
                </a:gridCol>
                <a:gridCol w="1467551">
                  <a:extLst>
                    <a:ext uri="{9D8B030D-6E8A-4147-A177-3AD203B41FA5}">
                      <a16:colId xmlns:a16="http://schemas.microsoft.com/office/drawing/2014/main" val="2431362387"/>
                    </a:ext>
                  </a:extLst>
                </a:gridCol>
                <a:gridCol w="2110772">
                  <a:extLst>
                    <a:ext uri="{9D8B030D-6E8A-4147-A177-3AD203B41FA5}">
                      <a16:colId xmlns:a16="http://schemas.microsoft.com/office/drawing/2014/main" val="805884073"/>
                    </a:ext>
                  </a:extLst>
                </a:gridCol>
                <a:gridCol w="2110772">
                  <a:extLst>
                    <a:ext uri="{9D8B030D-6E8A-4147-A177-3AD203B41FA5}">
                      <a16:colId xmlns:a16="http://schemas.microsoft.com/office/drawing/2014/main" val="25940196"/>
                    </a:ext>
                  </a:extLst>
                </a:gridCol>
                <a:gridCol w="1043764">
                  <a:extLst>
                    <a:ext uri="{9D8B030D-6E8A-4147-A177-3AD203B41FA5}">
                      <a16:colId xmlns:a16="http://schemas.microsoft.com/office/drawing/2014/main" val="1696420869"/>
                    </a:ext>
                  </a:extLst>
                </a:gridCol>
              </a:tblGrid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579229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only              (N = 4,085)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only (N = 3,312)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4080929107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Specialty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Family Medicine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1115)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37% (N = 1714)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35% (N = 1169)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36% (N = 1658)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01181538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Geriatrics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12)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11640698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internal medicine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44% (N = 1803)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1268)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889)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 (N = 1173)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397545008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obstetrics and gynecology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457)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670)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496)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665)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24910750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General pediatrics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698)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932)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660)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969)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6933641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Employment Setting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Ambulatory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38% (N = 1569)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66% (N = 3037)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44% (N = 1462)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62% (N = 2844)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09225824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Hospital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31% (N = 1261)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489)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28% (N = 941)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502)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072302456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Medical school/parent university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474)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102)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138)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95864636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Nursing home/extended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42)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46)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613695083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33)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296)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382)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471296555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Solo practitioner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 (N = 358)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605)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82)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484)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4128928502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Missing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313)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237)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383)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190)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1782382827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Practice characteristics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Providing routine prenatal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380)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16% (N = 730)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 (N = 577)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4155196547"/>
                  </a:ext>
                </a:extLst>
              </a:tr>
              <a:tr h="364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Providing routine obstetric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deliveries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7% (N = 276)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16% (N = 474)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477)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366485466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Urban/rural status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Urban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80% (N = 3279)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81% (N = 3723)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86% (N = 2824)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82% (N = 3783)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600227320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Large rural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561)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641)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348)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13% (N = 596)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348284355"/>
                  </a:ext>
                </a:extLst>
              </a:tr>
              <a:tr h="203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Small rural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6% (N = 245)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253)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130)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5% (N = 237)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122" marR="4122" marT="4122" marB="0" anchor="b"/>
                </a:tc>
                <a:extLst>
                  <a:ext uri="{0D108BD9-81ED-4DB2-BD59-A6C34878D82A}">
                    <a16:rowId xmlns:a16="http://schemas.microsoft.com/office/drawing/2014/main" val="2529788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55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5AF866-8932-E7A7-96D6-2FC6951C8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237369"/>
              </p:ext>
            </p:extLst>
          </p:nvPr>
        </p:nvGraphicFramePr>
        <p:xfrm>
          <a:off x="1120477" y="1357915"/>
          <a:ext cx="9951044" cy="4136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3100">
                  <a:extLst>
                    <a:ext uri="{9D8B030D-6E8A-4147-A177-3AD203B41FA5}">
                      <a16:colId xmlns:a16="http://schemas.microsoft.com/office/drawing/2014/main" val="2931013306"/>
                    </a:ext>
                  </a:extLst>
                </a:gridCol>
                <a:gridCol w="1392509">
                  <a:extLst>
                    <a:ext uri="{9D8B030D-6E8A-4147-A177-3AD203B41FA5}">
                      <a16:colId xmlns:a16="http://schemas.microsoft.com/office/drawing/2014/main" val="2815701676"/>
                    </a:ext>
                  </a:extLst>
                </a:gridCol>
                <a:gridCol w="1534102">
                  <a:extLst>
                    <a:ext uri="{9D8B030D-6E8A-4147-A177-3AD203B41FA5}">
                      <a16:colId xmlns:a16="http://schemas.microsoft.com/office/drawing/2014/main" val="1723574015"/>
                    </a:ext>
                  </a:extLst>
                </a:gridCol>
                <a:gridCol w="2084746">
                  <a:extLst>
                    <a:ext uri="{9D8B030D-6E8A-4147-A177-3AD203B41FA5}">
                      <a16:colId xmlns:a16="http://schemas.microsoft.com/office/drawing/2014/main" val="3119978453"/>
                    </a:ext>
                  </a:extLst>
                </a:gridCol>
                <a:gridCol w="2084746">
                  <a:extLst>
                    <a:ext uri="{9D8B030D-6E8A-4147-A177-3AD203B41FA5}">
                      <a16:colId xmlns:a16="http://schemas.microsoft.com/office/drawing/2014/main" val="1364664329"/>
                    </a:ext>
                  </a:extLst>
                </a:gridCol>
                <a:gridCol w="1091841">
                  <a:extLst>
                    <a:ext uri="{9D8B030D-6E8A-4147-A177-3AD203B41FA5}">
                      <a16:colId xmlns:a16="http://schemas.microsoft.com/office/drawing/2014/main" val="1308923298"/>
                    </a:ext>
                  </a:extLst>
                </a:gridCol>
              </a:tblGrid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Descriptive Statistics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41008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Variable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2009 only              (N = 4,085)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Both years in 2009 and 2019 (N = 4,617)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2019 only (N = 3,312)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252187450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Average years of practice (STD)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21.3 (12.4)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18.8 (9.3)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13.7 (10.8)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28.8 (9.3)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316402638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Avg patient-care hours per week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39.3 (16.6)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41.9 (13.9)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38.1 (15.4)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38.5 (15.4)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43370757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Years Since Medical School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 to 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 (N = 318)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6% (N = 268)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22% (N = 735)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17886455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 to 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688)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 (N = 703)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29% (N = 967)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0% (N = 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565458949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 to 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26% (N = 1075)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1808)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 (N = 908)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971)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214660239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 to 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980)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28% (N = 1283)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11% (N = 376)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39% (N = 1808)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98233570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 +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 (N = 1008)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 (N = 553)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 (N = 324)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40% (N = 1836)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88431663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ADI - 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4.8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4.6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4.4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4.5 (3)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1827229481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Full HSPA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243)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158)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 (N = 233)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122917863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Not 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 (N = 110)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 (N = 167)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689507278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Part HPSA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3728)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4218)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92% (N = 3034)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91% (N = 4217)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1609820178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Medical school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school_img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 (N = 797)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658)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 (N = 568)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 (N = 646)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2896270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school_in_state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 (N = 956)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1504)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 (N = 694)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33% (N = 1501)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4212768660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school_out_hbcu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 (N = 60)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52)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 (N = 70)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415463795"/>
                  </a:ext>
                </a:extLst>
              </a:tr>
              <a:tr h="213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school_out_nonhbcu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55% (N = 2224)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52% (N = 2385)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60% (N = 1995)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52% (N = 2400)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591" marR="5591" marT="5591" marB="0" anchor="b"/>
                </a:tc>
                <a:extLst>
                  <a:ext uri="{0D108BD9-81ED-4DB2-BD59-A6C34878D82A}">
                    <a16:rowId xmlns:a16="http://schemas.microsoft.com/office/drawing/2014/main" val="3613300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6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25E6-9113-E0E0-5D19-F8EF9782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11FE-B19B-433E-E49F-288BA8F7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5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illustrates the number of physicians in various specialties, showing a decline in Family Medicine and an increase in General Internal Medicine and Obstetrics and Gynecology from 2009 to 2019.&#10;&#10;AI-generated content may be incorrect.">
            <a:extLst>
              <a:ext uri="{FF2B5EF4-FFF2-40B4-BE49-F238E27FC236}">
                <a16:creationId xmlns:a16="http://schemas.microsoft.com/office/drawing/2014/main" id="{5489CD8F-1BB6-68BA-CB14-633DF2D57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34" y="333428"/>
            <a:ext cx="9361662" cy="62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7E4FA-4AE1-605A-2A7C-B93DAE0A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Specialty Transitions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4CD227-6234-6192-C667-7EF99FDC0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867379"/>
              </p:ext>
            </p:extLst>
          </p:nvPr>
        </p:nvGraphicFramePr>
        <p:xfrm>
          <a:off x="3767328" y="1351189"/>
          <a:ext cx="7898387" cy="415562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06050">
                  <a:extLst>
                    <a:ext uri="{9D8B030D-6E8A-4147-A177-3AD203B41FA5}">
                      <a16:colId xmlns:a16="http://schemas.microsoft.com/office/drawing/2014/main" val="187099236"/>
                    </a:ext>
                  </a:extLst>
                </a:gridCol>
                <a:gridCol w="981002">
                  <a:extLst>
                    <a:ext uri="{9D8B030D-6E8A-4147-A177-3AD203B41FA5}">
                      <a16:colId xmlns:a16="http://schemas.microsoft.com/office/drawing/2014/main" val="3374890603"/>
                    </a:ext>
                  </a:extLst>
                </a:gridCol>
                <a:gridCol w="837845">
                  <a:extLst>
                    <a:ext uri="{9D8B030D-6E8A-4147-A177-3AD203B41FA5}">
                      <a16:colId xmlns:a16="http://schemas.microsoft.com/office/drawing/2014/main" val="3179974408"/>
                    </a:ext>
                  </a:extLst>
                </a:gridCol>
                <a:gridCol w="1169367">
                  <a:extLst>
                    <a:ext uri="{9D8B030D-6E8A-4147-A177-3AD203B41FA5}">
                      <a16:colId xmlns:a16="http://schemas.microsoft.com/office/drawing/2014/main" val="3889094965"/>
                    </a:ext>
                  </a:extLst>
                </a:gridCol>
                <a:gridCol w="1033744">
                  <a:extLst>
                    <a:ext uri="{9D8B030D-6E8A-4147-A177-3AD203B41FA5}">
                      <a16:colId xmlns:a16="http://schemas.microsoft.com/office/drawing/2014/main" val="2589543150"/>
                    </a:ext>
                  </a:extLst>
                </a:gridCol>
                <a:gridCol w="945944">
                  <a:extLst>
                    <a:ext uri="{9D8B030D-6E8A-4147-A177-3AD203B41FA5}">
                      <a16:colId xmlns:a16="http://schemas.microsoft.com/office/drawing/2014/main" val="1636284384"/>
                    </a:ext>
                  </a:extLst>
                </a:gridCol>
                <a:gridCol w="827696">
                  <a:extLst>
                    <a:ext uri="{9D8B030D-6E8A-4147-A177-3AD203B41FA5}">
                      <a16:colId xmlns:a16="http://schemas.microsoft.com/office/drawing/2014/main" val="1897982853"/>
                    </a:ext>
                  </a:extLst>
                </a:gridCol>
                <a:gridCol w="596739">
                  <a:extLst>
                    <a:ext uri="{9D8B030D-6E8A-4147-A177-3AD203B41FA5}">
                      <a16:colId xmlns:a16="http://schemas.microsoft.com/office/drawing/2014/main" val="3652328824"/>
                    </a:ext>
                  </a:extLst>
                </a:gridCol>
              </a:tblGrid>
              <a:tr h="7603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Family Medicine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Internal Medicine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Obstetrics and Gynecology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Pediatrics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Geriatrics in 2019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Missing in 2019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2009 Total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74057" marT="74057" marB="740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69962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Family Medicine in 2009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1621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77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1714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83699"/>
                  </a:ext>
                </a:extLst>
              </a:tr>
              <a:tr h="37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Internal Medicine in 2009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1156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1268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8728"/>
                  </a:ext>
                </a:extLst>
              </a:tr>
              <a:tr h="37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Obstetrics and Gynecology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661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670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78325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General Pediatrics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919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932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83470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Geriatrics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6527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Missing in 2009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00972"/>
                  </a:ext>
                </a:extLst>
              </a:tr>
              <a:tr h="2633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2019 Total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1658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1173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665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969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152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4617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3428" marR="64182" marT="64182" marB="6418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28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illustrates a comparison of employment settings for physicians, showing a shift from ambulatory care and nursing homes in 2009 to an increase in solo practitioners and medical schools by 2019.&#10;&#10;AI-generated content may be incorrect.">
            <a:extLst>
              <a:ext uri="{FF2B5EF4-FFF2-40B4-BE49-F238E27FC236}">
                <a16:creationId xmlns:a16="http://schemas.microsoft.com/office/drawing/2014/main" id="{EE753471-0B1C-D9E1-4B2E-E92762C41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28" y="192998"/>
            <a:ext cx="10786671" cy="64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7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08A3D-F974-B6D2-4A89-A0F85B75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Employment Setting Transitions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58003B-366D-4E6D-C43E-B62A0E387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247827"/>
              </p:ext>
            </p:extLst>
          </p:nvPr>
        </p:nvGraphicFramePr>
        <p:xfrm>
          <a:off x="3758184" y="1216712"/>
          <a:ext cx="7505195" cy="417608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49523">
                  <a:extLst>
                    <a:ext uri="{9D8B030D-6E8A-4147-A177-3AD203B41FA5}">
                      <a16:colId xmlns:a16="http://schemas.microsoft.com/office/drawing/2014/main" val="1024214345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242682273"/>
                    </a:ext>
                  </a:extLst>
                </a:gridCol>
                <a:gridCol w="790888">
                  <a:extLst>
                    <a:ext uri="{9D8B030D-6E8A-4147-A177-3AD203B41FA5}">
                      <a16:colId xmlns:a16="http://schemas.microsoft.com/office/drawing/2014/main" val="957361823"/>
                    </a:ext>
                  </a:extLst>
                </a:gridCol>
                <a:gridCol w="873113">
                  <a:extLst>
                    <a:ext uri="{9D8B030D-6E8A-4147-A177-3AD203B41FA5}">
                      <a16:colId xmlns:a16="http://schemas.microsoft.com/office/drawing/2014/main" val="2803609117"/>
                    </a:ext>
                  </a:extLst>
                </a:gridCol>
                <a:gridCol w="790888">
                  <a:extLst>
                    <a:ext uri="{9D8B030D-6E8A-4147-A177-3AD203B41FA5}">
                      <a16:colId xmlns:a16="http://schemas.microsoft.com/office/drawing/2014/main" val="869625950"/>
                    </a:ext>
                  </a:extLst>
                </a:gridCol>
                <a:gridCol w="1021118">
                  <a:extLst>
                    <a:ext uri="{9D8B030D-6E8A-4147-A177-3AD203B41FA5}">
                      <a16:colId xmlns:a16="http://schemas.microsoft.com/office/drawing/2014/main" val="1976688390"/>
                    </a:ext>
                  </a:extLst>
                </a:gridCol>
                <a:gridCol w="654842">
                  <a:extLst>
                    <a:ext uri="{9D8B030D-6E8A-4147-A177-3AD203B41FA5}">
                      <a16:colId xmlns:a16="http://schemas.microsoft.com/office/drawing/2014/main" val="4216902729"/>
                    </a:ext>
                  </a:extLst>
                </a:gridCol>
                <a:gridCol w="759492">
                  <a:extLst>
                    <a:ext uri="{9D8B030D-6E8A-4147-A177-3AD203B41FA5}">
                      <a16:colId xmlns:a16="http://schemas.microsoft.com/office/drawing/2014/main" val="903099276"/>
                    </a:ext>
                  </a:extLst>
                </a:gridCol>
                <a:gridCol w="512818">
                  <a:extLst>
                    <a:ext uri="{9D8B030D-6E8A-4147-A177-3AD203B41FA5}">
                      <a16:colId xmlns:a16="http://schemas.microsoft.com/office/drawing/2014/main" val="524556004"/>
                    </a:ext>
                  </a:extLst>
                </a:gridCol>
              </a:tblGrid>
              <a:tr h="6805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Ambulatory Care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Hospital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Medical School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Nursing Home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Solo Practitioner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Other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Missing  in 2019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2009 Total</a:t>
                      </a:r>
                      <a:endParaRPr lang="en-US" sz="1200" b="1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63026" marB="6302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86118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Ambulatory Care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2321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863530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Hospital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86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489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33611"/>
                  </a:ext>
                </a:extLst>
              </a:tr>
              <a:tr h="621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Medical School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174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991538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Nursing Home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078306"/>
                  </a:ext>
                </a:extLst>
              </a:tr>
              <a:tr h="6214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Solo Practitioner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605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210219"/>
                  </a:ext>
                </a:extLst>
              </a:tr>
              <a:tr h="252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Other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062584"/>
                  </a:ext>
                </a:extLst>
              </a:tr>
              <a:tr h="4369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Missing in 2009 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237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76951"/>
                  </a:ext>
                </a:extLst>
              </a:tr>
              <a:tr h="252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2019 Total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2844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138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77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484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382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190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4617</a:t>
                      </a:r>
                      <a:endParaRPr lang="en-US" sz="1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118" marR="31513" marT="4377" marB="6302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756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09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image shows a comparison of physician distribution between urban and rural areas, indicating a higher number of physicians in rural regions in 2009 compared to 2019.&#10;&#10;AI-generated content may be incorrect.">
            <a:extLst>
              <a:ext uri="{FF2B5EF4-FFF2-40B4-BE49-F238E27FC236}">
                <a16:creationId xmlns:a16="http://schemas.microsoft.com/office/drawing/2014/main" id="{B3A2C3F9-342A-01A1-0EF6-FA2823D90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25552"/>
            <a:ext cx="9610344" cy="640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0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86E9-751E-5A13-754C-B4775BA4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D359-EA3B-EEA0-FCB3-4C31FD4F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E850-5829-C6E9-6A28-415BB46E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Trajectory Analysis</a:t>
            </a:r>
          </a:p>
        </p:txBody>
      </p:sp>
    </p:spTree>
    <p:extLst>
      <p:ext uri="{BB962C8B-B14F-4D97-AF65-F5344CB8AC3E}">
        <p14:creationId xmlns:p14="http://schemas.microsoft.com/office/powerpoint/2010/main" val="390044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he diagram represents a categorization of healthcare services and settings, with response probabilities for different categories such as obstetrics, prenatal care, medical school, and various rural and urban classifications.&#10;&#10;AI-generated content may be incorrect.">
            <a:extLst>
              <a:ext uri="{FF2B5EF4-FFF2-40B4-BE49-F238E27FC236}">
                <a16:creationId xmlns:a16="http://schemas.microsoft.com/office/drawing/2014/main" id="{4F702E91-A38F-B794-F952-310A49C60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82" y="160393"/>
            <a:ext cx="9805818" cy="653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8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1929</Words>
  <Application>Microsoft Office PowerPoint</Application>
  <PresentationFormat>Widescreen</PresentationFormat>
  <Paragraphs>433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Office Theme</vt:lpstr>
      <vt:lpstr>Description of Analytic Sample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Specialty Transitions</vt:lpstr>
      <vt:lpstr>PowerPoint Presentation</vt:lpstr>
      <vt:lpstr>Employment Setting Transitions</vt:lpstr>
      <vt:lpstr>PowerPoint Presentation</vt:lpstr>
      <vt:lpstr>PowerPoint Presentation</vt:lpstr>
      <vt:lpstr>Latent Trajectory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Howard, Annie Green</dc:creator>
  <cp:lastModifiedBy>Howard, Annie Green</cp:lastModifiedBy>
  <cp:revision>1</cp:revision>
  <dcterms:created xsi:type="dcterms:W3CDTF">2026-04-16T06:22:11Z</dcterms:created>
  <dcterms:modified xsi:type="dcterms:W3CDTF">2026-04-16T06:53:52Z</dcterms:modified>
</cp:coreProperties>
</file>
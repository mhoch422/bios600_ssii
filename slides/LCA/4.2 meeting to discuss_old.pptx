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64" r:id="rId7"/>
    <p:sldId id="266" r:id="rId8"/>
    <p:sldId id="267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7F91B-8DA7-4DA7-A1FD-2D1BC899BC3E}" v="205" dt="2026-04-02T13:27:46.6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ward, Annie Green" userId="cca2d8b1-65da-4752-8b83-4f1c0df3704b" providerId="ADAL" clId="{EAA4A942-942A-464E-BB0E-47C9CDF5DE67}"/>
    <pc:docChg chg="undo redo custSel addSld delSld modSld sldOrd">
      <pc:chgData name="Howard, Annie Green" userId="cca2d8b1-65da-4752-8b83-4f1c0df3704b" providerId="ADAL" clId="{EAA4A942-942A-464E-BB0E-47C9CDF5DE67}" dt="2026-04-02T13:27:46.633" v="6908"/>
      <pc:docMkLst>
        <pc:docMk/>
      </pc:docMkLst>
      <pc:sldChg chg="del">
        <pc:chgData name="Howard, Annie Green" userId="cca2d8b1-65da-4752-8b83-4f1c0df3704b" providerId="ADAL" clId="{EAA4A942-942A-464E-BB0E-47C9CDF5DE67}" dt="2026-04-02T01:30:30.298" v="3171" actId="2696"/>
        <pc:sldMkLst>
          <pc:docMk/>
          <pc:sldMk cId="4068336118" sldId="256"/>
        </pc:sldMkLst>
      </pc:sldChg>
      <pc:sldChg chg="del">
        <pc:chgData name="Howard, Annie Green" userId="cca2d8b1-65da-4752-8b83-4f1c0df3704b" providerId="ADAL" clId="{EAA4A942-942A-464E-BB0E-47C9CDF5DE67}" dt="2026-04-02T13:01:14.491" v="5624" actId="2696"/>
        <pc:sldMkLst>
          <pc:docMk/>
          <pc:sldMk cId="1327531413" sldId="257"/>
        </pc:sldMkLst>
      </pc:sldChg>
      <pc:sldChg chg="modSp mod">
        <pc:chgData name="Howard, Annie Green" userId="cca2d8b1-65da-4752-8b83-4f1c0df3704b" providerId="ADAL" clId="{EAA4A942-942A-464E-BB0E-47C9CDF5DE67}" dt="2026-04-02T13:06:49.636" v="5689" actId="20577"/>
        <pc:sldMkLst>
          <pc:docMk/>
          <pc:sldMk cId="4069860595" sldId="258"/>
        </pc:sldMkLst>
        <pc:spChg chg="mod">
          <ac:chgData name="Howard, Annie Green" userId="cca2d8b1-65da-4752-8b83-4f1c0df3704b" providerId="ADAL" clId="{EAA4A942-942A-464E-BB0E-47C9CDF5DE67}" dt="2026-04-02T13:06:49.636" v="5689" actId="20577"/>
          <ac:spMkLst>
            <pc:docMk/>
            <pc:sldMk cId="4069860595" sldId="258"/>
            <ac:spMk id="3" creationId="{BC21EE9A-5178-AE0C-52C0-03B2B47469DA}"/>
          </ac:spMkLst>
        </pc:spChg>
      </pc:sldChg>
      <pc:sldChg chg="del">
        <pc:chgData name="Howard, Annie Green" userId="cca2d8b1-65da-4752-8b83-4f1c0df3704b" providerId="ADAL" clId="{EAA4A942-942A-464E-BB0E-47C9CDF5DE67}" dt="2026-04-02T00:09:22.016" v="377" actId="2696"/>
        <pc:sldMkLst>
          <pc:docMk/>
          <pc:sldMk cId="746156035" sldId="260"/>
        </pc:sldMkLst>
      </pc:sldChg>
      <pc:sldChg chg="addSp delSp modSp mod">
        <pc:chgData name="Howard, Annie Green" userId="cca2d8b1-65da-4752-8b83-4f1c0df3704b" providerId="ADAL" clId="{EAA4A942-942A-464E-BB0E-47C9CDF5DE67}" dt="2026-04-02T13:08:17.303" v="5823" actId="20577"/>
        <pc:sldMkLst>
          <pc:docMk/>
          <pc:sldMk cId="3557603569" sldId="261"/>
        </pc:sldMkLst>
        <pc:spChg chg="mod">
          <ac:chgData name="Howard, Annie Green" userId="cca2d8b1-65da-4752-8b83-4f1c0df3704b" providerId="ADAL" clId="{EAA4A942-942A-464E-BB0E-47C9CDF5DE67}" dt="2026-04-02T01:35:21.042" v="3855" actId="1076"/>
          <ac:spMkLst>
            <pc:docMk/>
            <pc:sldMk cId="3557603569" sldId="261"/>
            <ac:spMk id="2" creationId="{16BB64CB-5EFA-E334-50AB-8303B6BF857B}"/>
          </ac:spMkLst>
        </pc:spChg>
        <pc:spChg chg="add del mod">
          <ac:chgData name="Howard, Annie Green" userId="cca2d8b1-65da-4752-8b83-4f1c0df3704b" providerId="ADAL" clId="{EAA4A942-942A-464E-BB0E-47C9CDF5DE67}" dt="2026-04-02T00:15:37.087" v="1226" actId="478"/>
          <ac:spMkLst>
            <pc:docMk/>
            <pc:sldMk cId="3557603569" sldId="261"/>
            <ac:spMk id="8" creationId="{7428F7DB-3734-50D8-2BF7-9D4474501B5E}"/>
          </ac:spMkLst>
        </pc:spChg>
        <pc:spChg chg="add mod">
          <ac:chgData name="Howard, Annie Green" userId="cca2d8b1-65da-4752-8b83-4f1c0df3704b" providerId="ADAL" clId="{EAA4A942-942A-464E-BB0E-47C9CDF5DE67}" dt="2026-04-02T13:08:17.303" v="5823" actId="20577"/>
          <ac:spMkLst>
            <pc:docMk/>
            <pc:sldMk cId="3557603569" sldId="261"/>
            <ac:spMk id="9" creationId="{5F162690-ECC2-8ECD-6B3E-FA9B4E5D05B5}"/>
          </ac:spMkLst>
        </pc:spChg>
        <pc:graphicFrameChg chg="mod modGraphic">
          <ac:chgData name="Howard, Annie Green" userId="cca2d8b1-65da-4752-8b83-4f1c0df3704b" providerId="ADAL" clId="{EAA4A942-942A-464E-BB0E-47C9CDF5DE67}" dt="2026-04-02T13:05:08.341" v="5676" actId="20577"/>
          <ac:graphicFrameMkLst>
            <pc:docMk/>
            <pc:sldMk cId="3557603569" sldId="261"/>
            <ac:graphicFrameMk id="7" creationId="{313FCF37-CA38-9610-0198-1F5AA63194B4}"/>
          </ac:graphicFrameMkLst>
        </pc:graphicFrameChg>
      </pc:sldChg>
      <pc:sldChg chg="addSp delSp modSp add mod">
        <pc:chgData name="Howard, Annie Green" userId="cca2d8b1-65da-4752-8b83-4f1c0df3704b" providerId="ADAL" clId="{EAA4A942-942A-464E-BB0E-47C9CDF5DE67}" dt="2026-04-02T13:08:12.088" v="5822" actId="14100"/>
        <pc:sldMkLst>
          <pc:docMk/>
          <pc:sldMk cId="1003823633" sldId="262"/>
        </pc:sldMkLst>
        <pc:spChg chg="mod">
          <ac:chgData name="Howard, Annie Green" userId="cca2d8b1-65da-4752-8b83-4f1c0df3704b" providerId="ADAL" clId="{EAA4A942-942A-464E-BB0E-47C9CDF5DE67}" dt="2026-04-02T00:23:17.041" v="1302" actId="20577"/>
          <ac:spMkLst>
            <pc:docMk/>
            <pc:sldMk cId="1003823633" sldId="262"/>
            <ac:spMk id="2" creationId="{AF7ED8AF-A18D-1F3A-A588-1E6F03A6A08D}"/>
          </ac:spMkLst>
        </pc:spChg>
        <pc:spChg chg="add del mod">
          <ac:chgData name="Howard, Annie Green" userId="cca2d8b1-65da-4752-8b83-4f1c0df3704b" providerId="ADAL" clId="{EAA4A942-942A-464E-BB0E-47C9CDF5DE67}" dt="2026-04-02T00:20:16.937" v="1258" actId="478"/>
          <ac:spMkLst>
            <pc:docMk/>
            <pc:sldMk cId="1003823633" sldId="262"/>
            <ac:spMk id="5" creationId="{9FA6D608-9A39-02B5-8AEF-A7A32EF6DE49}"/>
          </ac:spMkLst>
        </pc:spChg>
        <pc:spChg chg="add mod">
          <ac:chgData name="Howard, Annie Green" userId="cca2d8b1-65da-4752-8b83-4f1c0df3704b" providerId="ADAL" clId="{EAA4A942-942A-464E-BB0E-47C9CDF5DE67}" dt="2026-04-02T13:08:12.088" v="5822" actId="14100"/>
          <ac:spMkLst>
            <pc:docMk/>
            <pc:sldMk cId="1003823633" sldId="262"/>
            <ac:spMk id="6" creationId="{C2FF59BB-1B7C-B22C-3798-C3E2F921E291}"/>
          </ac:spMkLst>
        </pc:spChg>
        <pc:graphicFrameChg chg="add mod modGraphic">
          <ac:chgData name="Howard, Annie Green" userId="cca2d8b1-65da-4752-8b83-4f1c0df3704b" providerId="ADAL" clId="{EAA4A942-942A-464E-BB0E-47C9CDF5DE67}" dt="2026-04-02T13:05:14.165" v="5684" actId="20577"/>
          <ac:graphicFrameMkLst>
            <pc:docMk/>
            <pc:sldMk cId="1003823633" sldId="262"/>
            <ac:graphicFrameMk id="3" creationId="{B4F64F05-CD98-522B-83CF-D362C2755402}"/>
          </ac:graphicFrameMkLst>
        </pc:graphicFrameChg>
        <pc:graphicFrameChg chg="del modGraphic">
          <ac:chgData name="Howard, Annie Green" userId="cca2d8b1-65da-4752-8b83-4f1c0df3704b" providerId="ADAL" clId="{EAA4A942-942A-464E-BB0E-47C9CDF5DE67}" dt="2026-04-02T00:20:12.973" v="1257" actId="478"/>
          <ac:graphicFrameMkLst>
            <pc:docMk/>
            <pc:sldMk cId="1003823633" sldId="262"/>
            <ac:graphicFrameMk id="7" creationId="{9EA620D8-E255-449A-8C34-D49D602FB668}"/>
          </ac:graphicFrameMkLst>
        </pc:graphicFrameChg>
        <pc:graphicFrameChg chg="add del modGraphic">
          <ac:chgData name="Howard, Annie Green" userId="cca2d8b1-65da-4752-8b83-4f1c0df3704b" providerId="ADAL" clId="{EAA4A942-942A-464E-BB0E-47C9CDF5DE67}" dt="2026-04-02T13:07:37.926" v="5691" actId="27309"/>
          <ac:graphicFrameMkLst>
            <pc:docMk/>
            <pc:sldMk cId="1003823633" sldId="262"/>
            <ac:graphicFrameMk id="9" creationId="{0E140113-56B6-FF7B-4778-7B2059E64556}"/>
          </ac:graphicFrameMkLst>
        </pc:graphicFrameChg>
      </pc:sldChg>
      <pc:sldChg chg="addSp delSp modSp new mod">
        <pc:chgData name="Howard, Annie Green" userId="cca2d8b1-65da-4752-8b83-4f1c0df3704b" providerId="ADAL" clId="{EAA4A942-942A-464E-BB0E-47C9CDF5DE67}" dt="2026-04-02T13:09:50.358" v="5831" actId="207"/>
        <pc:sldMkLst>
          <pc:docMk/>
          <pc:sldMk cId="3144161671" sldId="263"/>
        </pc:sldMkLst>
        <pc:spChg chg="mod">
          <ac:chgData name="Howard, Annie Green" userId="cca2d8b1-65da-4752-8b83-4f1c0df3704b" providerId="ADAL" clId="{EAA4A942-942A-464E-BB0E-47C9CDF5DE67}" dt="2026-04-02T01:29:55.785" v="3168" actId="1076"/>
          <ac:spMkLst>
            <pc:docMk/>
            <pc:sldMk cId="3144161671" sldId="263"/>
            <ac:spMk id="2" creationId="{580DEF42-4A80-D31A-C34A-D04821F0D85D}"/>
          </ac:spMkLst>
        </pc:spChg>
        <pc:spChg chg="del">
          <ac:chgData name="Howard, Annie Green" userId="cca2d8b1-65da-4752-8b83-4f1c0df3704b" providerId="ADAL" clId="{EAA4A942-942A-464E-BB0E-47C9CDF5DE67}" dt="2026-04-02T00:34:21.149" v="1500" actId="3680"/>
          <ac:spMkLst>
            <pc:docMk/>
            <pc:sldMk cId="3144161671" sldId="263"/>
            <ac:spMk id="3" creationId="{4BF53360-0909-CB10-1AAF-C538CC95BA24}"/>
          </ac:spMkLst>
        </pc:spChg>
        <pc:graphicFrameChg chg="add mod ord modGraphic">
          <ac:chgData name="Howard, Annie Green" userId="cca2d8b1-65da-4752-8b83-4f1c0df3704b" providerId="ADAL" clId="{EAA4A942-942A-464E-BB0E-47C9CDF5DE67}" dt="2026-04-02T13:09:50.358" v="5831" actId="207"/>
          <ac:graphicFrameMkLst>
            <pc:docMk/>
            <pc:sldMk cId="3144161671" sldId="263"/>
            <ac:graphicFrameMk id="4" creationId="{21D4A4A4-424D-0703-88A2-082B973715FA}"/>
          </ac:graphicFrameMkLst>
        </pc:graphicFrameChg>
      </pc:sldChg>
      <pc:sldChg chg="addSp delSp modSp new del mod">
        <pc:chgData name="Howard, Annie Green" userId="cca2d8b1-65da-4752-8b83-4f1c0df3704b" providerId="ADAL" clId="{EAA4A942-942A-464E-BB0E-47C9CDF5DE67}" dt="2026-04-02T00:33:59.491" v="1440" actId="680"/>
        <pc:sldMkLst>
          <pc:docMk/>
          <pc:sldMk cId="3210667070" sldId="263"/>
        </pc:sldMkLst>
        <pc:spChg chg="add del">
          <ac:chgData name="Howard, Annie Green" userId="cca2d8b1-65da-4752-8b83-4f1c0df3704b" providerId="ADAL" clId="{EAA4A942-942A-464E-BB0E-47C9CDF5DE67}" dt="2026-04-02T00:33:59.211" v="1432" actId="478"/>
          <ac:spMkLst>
            <pc:docMk/>
            <pc:sldMk cId="3210667070" sldId="263"/>
            <ac:spMk id="2" creationId="{55A01973-62DF-FBEC-2348-D72D75AA386F}"/>
          </ac:spMkLst>
        </pc:spChg>
        <pc:spChg chg="mod">
          <ac:chgData name="Howard, Annie Green" userId="cca2d8b1-65da-4752-8b83-4f1c0df3704b" providerId="ADAL" clId="{EAA4A942-942A-464E-BB0E-47C9CDF5DE67}" dt="2026-04-02T00:33:59.451" v="1439" actId="20577"/>
          <ac:spMkLst>
            <pc:docMk/>
            <pc:sldMk cId="3210667070" sldId="263"/>
            <ac:spMk id="3" creationId="{8D765B9C-9AD2-0946-7B9A-EA56838F6EE8}"/>
          </ac:spMkLst>
        </pc:spChg>
      </pc:sldChg>
      <pc:sldChg chg="modSp add mod">
        <pc:chgData name="Howard, Annie Green" userId="cca2d8b1-65da-4752-8b83-4f1c0df3704b" providerId="ADAL" clId="{EAA4A942-942A-464E-BB0E-47C9CDF5DE67}" dt="2026-04-02T13:10:26.625" v="5839" actId="207"/>
        <pc:sldMkLst>
          <pc:docMk/>
          <pc:sldMk cId="3593987067" sldId="264"/>
        </pc:sldMkLst>
        <pc:spChg chg="mod">
          <ac:chgData name="Howard, Annie Green" userId="cca2d8b1-65da-4752-8b83-4f1c0df3704b" providerId="ADAL" clId="{EAA4A942-942A-464E-BB0E-47C9CDF5DE67}" dt="2026-04-02T01:29:59.348" v="3169" actId="1076"/>
          <ac:spMkLst>
            <pc:docMk/>
            <pc:sldMk cId="3593987067" sldId="264"/>
            <ac:spMk id="2" creationId="{6703F44A-C61B-7670-7CE7-83383A6DDA45}"/>
          </ac:spMkLst>
        </pc:spChg>
        <pc:graphicFrameChg chg="mod modGraphic">
          <ac:chgData name="Howard, Annie Green" userId="cca2d8b1-65da-4752-8b83-4f1c0df3704b" providerId="ADAL" clId="{EAA4A942-942A-464E-BB0E-47C9CDF5DE67}" dt="2026-04-02T13:10:26.625" v="5839" actId="207"/>
          <ac:graphicFrameMkLst>
            <pc:docMk/>
            <pc:sldMk cId="3593987067" sldId="264"/>
            <ac:graphicFrameMk id="4" creationId="{81D99C03-C657-D5BD-3160-1F655CEBEFAA}"/>
          </ac:graphicFrameMkLst>
        </pc:graphicFrameChg>
      </pc:sldChg>
      <pc:sldChg chg="addSp delSp modSp new del mod">
        <pc:chgData name="Howard, Annie Green" userId="cca2d8b1-65da-4752-8b83-4f1c0df3704b" providerId="ADAL" clId="{EAA4A942-942A-464E-BB0E-47C9CDF5DE67}" dt="2026-04-02T01:30:07.867" v="3170" actId="2696"/>
        <pc:sldMkLst>
          <pc:docMk/>
          <pc:sldMk cId="1507945849" sldId="265"/>
        </pc:sldMkLst>
        <pc:spChg chg="del">
          <ac:chgData name="Howard, Annie Green" userId="cca2d8b1-65da-4752-8b83-4f1c0df3704b" providerId="ADAL" clId="{EAA4A942-942A-464E-BB0E-47C9CDF5DE67}" dt="2026-04-02T00:39:49.913" v="1960" actId="3680"/>
          <ac:spMkLst>
            <pc:docMk/>
            <pc:sldMk cId="1507945849" sldId="265"/>
            <ac:spMk id="3" creationId="{EBB73280-074E-66BA-2464-750B00CE87A4}"/>
          </ac:spMkLst>
        </pc:spChg>
        <pc:graphicFrameChg chg="add mod ord modGraphic">
          <ac:chgData name="Howard, Annie Green" userId="cca2d8b1-65da-4752-8b83-4f1c0df3704b" providerId="ADAL" clId="{EAA4A942-942A-464E-BB0E-47C9CDF5DE67}" dt="2026-04-02T00:40:08.645" v="1970" actId="20577"/>
          <ac:graphicFrameMkLst>
            <pc:docMk/>
            <pc:sldMk cId="1507945849" sldId="265"/>
            <ac:graphicFrameMk id="4" creationId="{8F00CD6E-ED7A-9B0D-4DC9-76B3314427F4}"/>
          </ac:graphicFrameMkLst>
        </pc:graphicFrameChg>
        <pc:graphicFrameChg chg="add mod">
          <ac:chgData name="Howard, Annie Green" userId="cca2d8b1-65da-4752-8b83-4f1c0df3704b" providerId="ADAL" clId="{EAA4A942-942A-464E-BB0E-47C9CDF5DE67}" dt="2026-04-02T00:40:14.252" v="1972" actId="1076"/>
          <ac:graphicFrameMkLst>
            <pc:docMk/>
            <pc:sldMk cId="1507945849" sldId="265"/>
            <ac:graphicFrameMk id="5" creationId="{EA4B281F-8D9F-A55A-361E-951CE5B8F91E}"/>
          </ac:graphicFrameMkLst>
        </pc:graphicFrameChg>
        <pc:graphicFrameChg chg="add del mod">
          <ac:chgData name="Howard, Annie Green" userId="cca2d8b1-65da-4752-8b83-4f1c0df3704b" providerId="ADAL" clId="{EAA4A942-942A-464E-BB0E-47C9CDF5DE67}" dt="2026-04-02T00:40:17.033" v="1975" actId="478"/>
          <ac:graphicFrameMkLst>
            <pc:docMk/>
            <pc:sldMk cId="1507945849" sldId="265"/>
            <ac:graphicFrameMk id="6" creationId="{0BD0F06D-D4DD-B5E7-AEE4-BEC263870164}"/>
          </ac:graphicFrameMkLst>
        </pc:graphicFrameChg>
      </pc:sldChg>
      <pc:sldChg chg="addSp delSp modSp new mod">
        <pc:chgData name="Howard, Annie Green" userId="cca2d8b1-65da-4752-8b83-4f1c0df3704b" providerId="ADAL" clId="{EAA4A942-942A-464E-BB0E-47C9CDF5DE67}" dt="2026-04-02T13:11:25.864" v="5844" actId="207"/>
        <pc:sldMkLst>
          <pc:docMk/>
          <pc:sldMk cId="1439685978" sldId="266"/>
        </pc:sldMkLst>
        <pc:spChg chg="mod">
          <ac:chgData name="Howard, Annie Green" userId="cca2d8b1-65da-4752-8b83-4f1c0df3704b" providerId="ADAL" clId="{EAA4A942-942A-464E-BB0E-47C9CDF5DE67}" dt="2026-04-02T00:44:15.650" v="2149" actId="20577"/>
          <ac:spMkLst>
            <pc:docMk/>
            <pc:sldMk cId="1439685978" sldId="266"/>
            <ac:spMk id="2" creationId="{E3B99041-3B96-681A-C078-A5CC28806772}"/>
          </ac:spMkLst>
        </pc:spChg>
        <pc:spChg chg="del">
          <ac:chgData name="Howard, Annie Green" userId="cca2d8b1-65da-4752-8b83-4f1c0df3704b" providerId="ADAL" clId="{EAA4A942-942A-464E-BB0E-47C9CDF5DE67}" dt="2026-04-02T00:40:26.840" v="1977" actId="3680"/>
          <ac:spMkLst>
            <pc:docMk/>
            <pc:sldMk cId="1439685978" sldId="266"/>
            <ac:spMk id="3" creationId="{8C7C0DC3-1E37-E8BB-3F5B-5FF554028C35}"/>
          </ac:spMkLst>
        </pc:spChg>
        <pc:graphicFrameChg chg="add mod ord modGraphic">
          <ac:chgData name="Howard, Annie Green" userId="cca2d8b1-65da-4752-8b83-4f1c0df3704b" providerId="ADAL" clId="{EAA4A942-942A-464E-BB0E-47C9CDF5DE67}" dt="2026-04-02T13:11:25.864" v="5844" actId="207"/>
          <ac:graphicFrameMkLst>
            <pc:docMk/>
            <pc:sldMk cId="1439685978" sldId="266"/>
            <ac:graphicFrameMk id="4" creationId="{7A0ABE36-88FA-4D57-B5F1-0A9F177424AB}"/>
          </ac:graphicFrameMkLst>
        </pc:graphicFrameChg>
      </pc:sldChg>
      <pc:sldChg chg="addSp delSp modSp new mod">
        <pc:chgData name="Howard, Annie Green" userId="cca2d8b1-65da-4752-8b83-4f1c0df3704b" providerId="ADAL" clId="{EAA4A942-942A-464E-BB0E-47C9CDF5DE67}" dt="2026-04-02T13:27:13.605" v="6866" actId="1076"/>
        <pc:sldMkLst>
          <pc:docMk/>
          <pc:sldMk cId="4272731760" sldId="267"/>
        </pc:sldMkLst>
        <pc:spChg chg="del mod">
          <ac:chgData name="Howard, Annie Green" userId="cca2d8b1-65da-4752-8b83-4f1c0df3704b" providerId="ADAL" clId="{EAA4A942-942A-464E-BB0E-47C9CDF5DE67}" dt="2026-04-02T01:03:07.398" v="2734" actId="478"/>
          <ac:spMkLst>
            <pc:docMk/>
            <pc:sldMk cId="4272731760" sldId="267"/>
            <ac:spMk id="2" creationId="{B860C55D-98A6-7779-85FC-D9EBB481603F}"/>
          </ac:spMkLst>
        </pc:spChg>
        <pc:spChg chg="del mod">
          <ac:chgData name="Howard, Annie Green" userId="cca2d8b1-65da-4752-8b83-4f1c0df3704b" providerId="ADAL" clId="{EAA4A942-942A-464E-BB0E-47C9CDF5DE67}" dt="2026-04-02T00:59:39.178" v="2513" actId="478"/>
          <ac:spMkLst>
            <pc:docMk/>
            <pc:sldMk cId="4272731760" sldId="267"/>
            <ac:spMk id="3" creationId="{B9259361-B53D-2933-5468-470AA32FBAEA}"/>
          </ac:spMkLst>
        </pc:spChg>
        <pc:spChg chg="add del mod">
          <ac:chgData name="Howard, Annie Green" userId="cca2d8b1-65da-4752-8b83-4f1c0df3704b" providerId="ADAL" clId="{EAA4A942-942A-464E-BB0E-47C9CDF5DE67}" dt="2026-04-02T00:59:40.956" v="2514" actId="478"/>
          <ac:spMkLst>
            <pc:docMk/>
            <pc:sldMk cId="4272731760" sldId="267"/>
            <ac:spMk id="12" creationId="{F29D3E21-014A-FBAA-7315-A3E0073616DE}"/>
          </ac:spMkLst>
        </pc:spChg>
        <pc:spChg chg="add del mod">
          <ac:chgData name="Howard, Annie Green" userId="cca2d8b1-65da-4752-8b83-4f1c0df3704b" providerId="ADAL" clId="{EAA4A942-942A-464E-BB0E-47C9CDF5DE67}" dt="2026-04-02T01:03:09.841" v="2735" actId="478"/>
          <ac:spMkLst>
            <pc:docMk/>
            <pc:sldMk cId="4272731760" sldId="267"/>
            <ac:spMk id="14" creationId="{70650AC3-AB56-9DC5-9DA1-2838393CA270}"/>
          </ac:spMkLst>
        </pc:spChg>
        <pc:spChg chg="add mod">
          <ac:chgData name="Howard, Annie Green" userId="cca2d8b1-65da-4752-8b83-4f1c0df3704b" providerId="ADAL" clId="{EAA4A942-942A-464E-BB0E-47C9CDF5DE67}" dt="2026-04-02T13:16:02.818" v="6419" actId="1076"/>
          <ac:spMkLst>
            <pc:docMk/>
            <pc:sldMk cId="4272731760" sldId="267"/>
            <ac:spMk id="15" creationId="{EEB751F4-BA57-1E7E-A3EA-D4F999E0374E}"/>
          </ac:spMkLst>
        </pc:spChg>
        <pc:spChg chg="add mod">
          <ac:chgData name="Howard, Annie Green" userId="cca2d8b1-65da-4752-8b83-4f1c0df3704b" providerId="ADAL" clId="{EAA4A942-942A-464E-BB0E-47C9CDF5DE67}" dt="2026-04-02T13:27:13.605" v="6866" actId="1076"/>
          <ac:spMkLst>
            <pc:docMk/>
            <pc:sldMk cId="4272731760" sldId="267"/>
            <ac:spMk id="16" creationId="{C6F71781-B96C-A2E0-A602-683CC6FD841F}"/>
          </ac:spMkLst>
        </pc:spChg>
        <pc:graphicFrameChg chg="add mod">
          <ac:chgData name="Howard, Annie Green" userId="cca2d8b1-65da-4752-8b83-4f1c0df3704b" providerId="ADAL" clId="{EAA4A942-942A-464E-BB0E-47C9CDF5DE67}" dt="2026-04-02T01:11:02.762" v="2859" actId="207"/>
          <ac:graphicFrameMkLst>
            <pc:docMk/>
            <pc:sldMk cId="4272731760" sldId="267"/>
            <ac:graphicFrameMk id="6" creationId="{1F922FEA-7D40-8551-6AD5-260E7FB844C6}"/>
          </ac:graphicFrameMkLst>
        </pc:graphicFrameChg>
        <pc:graphicFrameChg chg="add del mod">
          <ac:chgData name="Howard, Annie Green" userId="cca2d8b1-65da-4752-8b83-4f1c0df3704b" providerId="ADAL" clId="{EAA4A942-942A-464E-BB0E-47C9CDF5DE67}" dt="2026-04-02T00:56:58.964" v="2492" actId="478"/>
          <ac:graphicFrameMkLst>
            <pc:docMk/>
            <pc:sldMk cId="4272731760" sldId="267"/>
            <ac:graphicFrameMk id="7" creationId="{FB6DE41B-9815-0F5E-A3A5-BCE37C3D4FBE}"/>
          </ac:graphicFrameMkLst>
        </pc:graphicFrameChg>
        <pc:graphicFrameChg chg="add del mod">
          <ac:chgData name="Howard, Annie Green" userId="cca2d8b1-65da-4752-8b83-4f1c0df3704b" providerId="ADAL" clId="{EAA4A942-942A-464E-BB0E-47C9CDF5DE67}" dt="2026-04-02T00:57:04.016" v="2493" actId="478"/>
          <ac:graphicFrameMkLst>
            <pc:docMk/>
            <pc:sldMk cId="4272731760" sldId="267"/>
            <ac:graphicFrameMk id="8" creationId="{8299E605-D7C0-8EF1-A4E2-BF43B2017C17}"/>
          </ac:graphicFrameMkLst>
        </pc:graphicFrameChg>
        <pc:graphicFrameChg chg="add mod">
          <ac:chgData name="Howard, Annie Green" userId="cca2d8b1-65da-4752-8b83-4f1c0df3704b" providerId="ADAL" clId="{EAA4A942-942A-464E-BB0E-47C9CDF5DE67}" dt="2026-04-02T01:11:08.420" v="2860" actId="207"/>
          <ac:graphicFrameMkLst>
            <pc:docMk/>
            <pc:sldMk cId="4272731760" sldId="267"/>
            <ac:graphicFrameMk id="9" creationId="{67C9B761-F8D0-A9B8-4FC1-F96A9237BC50}"/>
          </ac:graphicFrameMkLst>
        </pc:graphicFrameChg>
        <pc:graphicFrameChg chg="add mod">
          <ac:chgData name="Howard, Annie Green" userId="cca2d8b1-65da-4752-8b83-4f1c0df3704b" providerId="ADAL" clId="{EAA4A942-942A-464E-BB0E-47C9CDF5DE67}" dt="2026-04-02T01:11:19.039" v="2861" actId="207"/>
          <ac:graphicFrameMkLst>
            <pc:docMk/>
            <pc:sldMk cId="4272731760" sldId="267"/>
            <ac:graphicFrameMk id="10" creationId="{16371010-6B2E-08F5-D882-ECD75311C226}"/>
          </ac:graphicFrameMkLst>
        </pc:graphicFrameChg>
      </pc:sldChg>
      <pc:sldChg chg="addSp delSp modSp new del mod">
        <pc:chgData name="Howard, Annie Green" userId="cca2d8b1-65da-4752-8b83-4f1c0df3704b" providerId="ADAL" clId="{EAA4A942-942A-464E-BB0E-47C9CDF5DE67}" dt="2026-04-02T12:53:53.934" v="5211" actId="2696"/>
        <pc:sldMkLst>
          <pc:docMk/>
          <pc:sldMk cId="3086743268" sldId="268"/>
        </pc:sldMkLst>
        <pc:spChg chg="del">
          <ac:chgData name="Howard, Annie Green" userId="cca2d8b1-65da-4752-8b83-4f1c0df3704b" providerId="ADAL" clId="{EAA4A942-942A-464E-BB0E-47C9CDF5DE67}" dt="2026-04-02T01:16:04.690" v="2894" actId="22"/>
          <ac:spMkLst>
            <pc:docMk/>
            <pc:sldMk cId="3086743268" sldId="268"/>
            <ac:spMk id="3" creationId="{972DE6C8-CEEE-0DD5-FB73-10F43C077CDB}"/>
          </ac:spMkLst>
        </pc:spChg>
        <pc:spChg chg="add del mod">
          <ac:chgData name="Howard, Annie Green" userId="cca2d8b1-65da-4752-8b83-4f1c0df3704b" providerId="ADAL" clId="{EAA4A942-942A-464E-BB0E-47C9CDF5DE67}" dt="2026-04-02T02:03:38.306" v="4390" actId="3680"/>
          <ac:spMkLst>
            <pc:docMk/>
            <pc:sldMk cId="3086743268" sldId="268"/>
            <ac:spMk id="7" creationId="{9EC30CA8-08BE-14E9-B321-9E0A85F8E978}"/>
          </ac:spMkLst>
        </pc:spChg>
        <pc:graphicFrameChg chg="add mod ord modGraphic">
          <ac:chgData name="Howard, Annie Green" userId="cca2d8b1-65da-4752-8b83-4f1c0df3704b" providerId="ADAL" clId="{EAA4A942-942A-464E-BB0E-47C9CDF5DE67}" dt="2026-04-02T02:06:55.487" v="4634" actId="20577"/>
          <ac:graphicFrameMkLst>
            <pc:docMk/>
            <pc:sldMk cId="3086743268" sldId="268"/>
            <ac:graphicFrameMk id="10" creationId="{81E696E1-E5D5-6990-B083-7D3ADF47FCDA}"/>
          </ac:graphicFrameMkLst>
        </pc:graphicFrameChg>
        <pc:picChg chg="add del mod ord">
          <ac:chgData name="Howard, Annie Green" userId="cca2d8b1-65da-4752-8b83-4f1c0df3704b" providerId="ADAL" clId="{EAA4A942-942A-464E-BB0E-47C9CDF5DE67}" dt="2026-04-02T02:02:03.222" v="4362" actId="478"/>
          <ac:picMkLst>
            <pc:docMk/>
            <pc:sldMk cId="3086743268" sldId="268"/>
            <ac:picMk id="5" creationId="{5E60A4F5-4855-7643-2ACA-929D9CEE2DF4}"/>
          </ac:picMkLst>
        </pc:picChg>
        <pc:picChg chg="add mod">
          <ac:chgData name="Howard, Annie Green" userId="cca2d8b1-65da-4752-8b83-4f1c0df3704b" providerId="ADAL" clId="{EAA4A942-942A-464E-BB0E-47C9CDF5DE67}" dt="2026-04-02T02:05:11.329" v="4591" actId="1076"/>
          <ac:picMkLst>
            <pc:docMk/>
            <pc:sldMk cId="3086743268" sldId="268"/>
            <ac:picMk id="9" creationId="{011C13B4-EDCD-C241-6F7F-3D0F56384648}"/>
          </ac:picMkLst>
        </pc:picChg>
      </pc:sldChg>
      <pc:sldChg chg="modSp add del mod">
        <pc:chgData name="Howard, Annie Green" userId="cca2d8b1-65da-4752-8b83-4f1c0df3704b" providerId="ADAL" clId="{EAA4A942-942A-464E-BB0E-47C9CDF5DE67}" dt="2026-04-02T12:49:56.907" v="5119" actId="2696"/>
        <pc:sldMkLst>
          <pc:docMk/>
          <pc:sldMk cId="4128021130" sldId="269"/>
        </pc:sldMkLst>
        <pc:spChg chg="mod">
          <ac:chgData name="Howard, Annie Green" userId="cca2d8b1-65da-4752-8b83-4f1c0df3704b" providerId="ADAL" clId="{EAA4A942-942A-464E-BB0E-47C9CDF5DE67}" dt="2026-04-02T01:04:20.092" v="2794" actId="20577"/>
          <ac:spMkLst>
            <pc:docMk/>
            <pc:sldMk cId="4128021130" sldId="269"/>
            <ac:spMk id="15" creationId="{E8B08AF6-142A-20E2-B350-B21E0BB92075}"/>
          </ac:spMkLst>
        </pc:spChg>
        <pc:graphicFrameChg chg="mod">
          <ac:chgData name="Howard, Annie Green" userId="cca2d8b1-65da-4752-8b83-4f1c0df3704b" providerId="ADAL" clId="{EAA4A942-942A-464E-BB0E-47C9CDF5DE67}" dt="2026-04-02T01:56:34.935" v="4321" actId="207"/>
          <ac:graphicFrameMkLst>
            <pc:docMk/>
            <pc:sldMk cId="4128021130" sldId="269"/>
            <ac:graphicFrameMk id="6" creationId="{F3D84CDD-BB1A-8549-786A-29279936E593}"/>
          </ac:graphicFrameMkLst>
        </pc:graphicFrameChg>
        <pc:graphicFrameChg chg="mod">
          <ac:chgData name="Howard, Annie Green" userId="cca2d8b1-65da-4752-8b83-4f1c0df3704b" providerId="ADAL" clId="{EAA4A942-942A-464E-BB0E-47C9CDF5DE67}" dt="2026-04-02T02:01:54.782" v="4361" actId="207"/>
          <ac:graphicFrameMkLst>
            <pc:docMk/>
            <pc:sldMk cId="4128021130" sldId="269"/>
            <ac:graphicFrameMk id="9" creationId="{D776018F-775C-2B8E-9B4D-46947248033E}"/>
          </ac:graphicFrameMkLst>
        </pc:graphicFrameChg>
        <pc:graphicFrameChg chg="mod">
          <ac:chgData name="Howard, Annie Green" userId="cca2d8b1-65da-4752-8b83-4f1c0df3704b" providerId="ADAL" clId="{EAA4A942-942A-464E-BB0E-47C9CDF5DE67}" dt="2026-04-02T01:58:51.636" v="4339" actId="207"/>
          <ac:graphicFrameMkLst>
            <pc:docMk/>
            <pc:sldMk cId="4128021130" sldId="269"/>
            <ac:graphicFrameMk id="10" creationId="{E9B9350F-C23B-580A-0AD3-6DA16617B617}"/>
          </ac:graphicFrameMkLst>
        </pc:graphicFrameChg>
      </pc:sldChg>
      <pc:sldChg chg="addSp delSp modSp add mod">
        <pc:chgData name="Howard, Annie Green" userId="cca2d8b1-65da-4752-8b83-4f1c0df3704b" providerId="ADAL" clId="{EAA4A942-942A-464E-BB0E-47C9CDF5DE67}" dt="2026-04-02T13:27:16.647" v="6867" actId="1076"/>
        <pc:sldMkLst>
          <pc:docMk/>
          <pc:sldMk cId="54461679" sldId="270"/>
        </pc:sldMkLst>
        <pc:spChg chg="add mod">
          <ac:chgData name="Howard, Annie Green" userId="cca2d8b1-65da-4752-8b83-4f1c0df3704b" providerId="ADAL" clId="{EAA4A942-942A-464E-BB0E-47C9CDF5DE67}" dt="2026-04-02T13:27:16.647" v="6867" actId="1076"/>
          <ac:spMkLst>
            <pc:docMk/>
            <pc:sldMk cId="54461679" sldId="270"/>
            <ac:spMk id="2" creationId="{65CE29C4-2E33-6FBD-65BF-0C5917D7E161}"/>
          </ac:spMkLst>
        </pc:spChg>
        <pc:spChg chg="mod">
          <ac:chgData name="Howard, Annie Green" userId="cca2d8b1-65da-4752-8b83-4f1c0df3704b" providerId="ADAL" clId="{EAA4A942-942A-464E-BB0E-47C9CDF5DE67}" dt="2026-04-02T13:19:57.387" v="6625" actId="404"/>
          <ac:spMkLst>
            <pc:docMk/>
            <pc:sldMk cId="54461679" sldId="270"/>
            <ac:spMk id="15" creationId="{A115C8C3-4818-F3D6-EE32-28816318760D}"/>
          </ac:spMkLst>
        </pc:spChg>
        <pc:spChg chg="del mod">
          <ac:chgData name="Howard, Annie Green" userId="cca2d8b1-65da-4752-8b83-4f1c0df3704b" providerId="ADAL" clId="{EAA4A942-942A-464E-BB0E-47C9CDF5DE67}" dt="2026-04-02T13:18:13.863" v="6552" actId="478"/>
          <ac:spMkLst>
            <pc:docMk/>
            <pc:sldMk cId="54461679" sldId="270"/>
            <ac:spMk id="16" creationId="{6E177D96-21B6-7625-B7EB-4DD31C0D3DC4}"/>
          </ac:spMkLst>
        </pc:spChg>
      </pc:sldChg>
      <pc:sldChg chg="modSp new del mod ord">
        <pc:chgData name="Howard, Annie Green" userId="cca2d8b1-65da-4752-8b83-4f1c0df3704b" providerId="ADAL" clId="{EAA4A942-942A-464E-BB0E-47C9CDF5DE67}" dt="2026-04-02T01:38:44.606" v="4180" actId="2696"/>
        <pc:sldMkLst>
          <pc:docMk/>
          <pc:sldMk cId="1096496874" sldId="270"/>
        </pc:sldMkLst>
        <pc:spChg chg="mod">
          <ac:chgData name="Howard, Annie Green" userId="cca2d8b1-65da-4752-8b83-4f1c0df3704b" providerId="ADAL" clId="{EAA4A942-942A-464E-BB0E-47C9CDF5DE67}" dt="2026-04-02T01:15:47.374" v="2893" actId="20577"/>
          <ac:spMkLst>
            <pc:docMk/>
            <pc:sldMk cId="1096496874" sldId="270"/>
            <ac:spMk id="2" creationId="{F18BF800-559C-2877-D412-A73694F02CDE}"/>
          </ac:spMkLst>
        </pc:spChg>
      </pc:sldChg>
      <pc:sldChg chg="addSp delSp modSp new mod">
        <pc:chgData name="Howard, Annie Green" userId="cca2d8b1-65da-4752-8b83-4f1c0df3704b" providerId="ADAL" clId="{EAA4A942-942A-464E-BB0E-47C9CDF5DE67}" dt="2026-04-02T13:27:46.633" v="6908"/>
        <pc:sldMkLst>
          <pc:docMk/>
          <pc:sldMk cId="48853903" sldId="271"/>
        </pc:sldMkLst>
        <pc:spChg chg="mod">
          <ac:chgData name="Howard, Annie Green" userId="cca2d8b1-65da-4752-8b83-4f1c0df3704b" providerId="ADAL" clId="{EAA4A942-942A-464E-BB0E-47C9CDF5DE67}" dt="2026-04-02T13:01:31.441" v="5626" actId="313"/>
          <ac:spMkLst>
            <pc:docMk/>
            <pc:sldMk cId="48853903" sldId="271"/>
            <ac:spMk id="2" creationId="{37DE35C1-35DE-0BC8-2655-F1232060405E}"/>
          </ac:spMkLst>
        </pc:spChg>
        <pc:spChg chg="del">
          <ac:chgData name="Howard, Annie Green" userId="cca2d8b1-65da-4752-8b83-4f1c0df3704b" providerId="ADAL" clId="{EAA4A942-942A-464E-BB0E-47C9CDF5DE67}" dt="2026-04-02T12:54:01.346" v="5213" actId="3680"/>
          <ac:spMkLst>
            <pc:docMk/>
            <pc:sldMk cId="48853903" sldId="271"/>
            <ac:spMk id="3" creationId="{65AD6754-2F3F-BD5E-F2F8-3AD7449CD2AA}"/>
          </ac:spMkLst>
        </pc:spChg>
        <pc:graphicFrameChg chg="add mod ord modGraphic">
          <ac:chgData name="Howard, Annie Green" userId="cca2d8b1-65da-4752-8b83-4f1c0df3704b" providerId="ADAL" clId="{EAA4A942-942A-464E-BB0E-47C9CDF5DE67}" dt="2026-04-02T13:27:46.633" v="6908"/>
          <ac:graphicFrameMkLst>
            <pc:docMk/>
            <pc:sldMk cId="48853903" sldId="271"/>
            <ac:graphicFrameMk id="4" creationId="{9937E5F5-2C62-4372-32DB-52BC4E205D9F}"/>
          </ac:graphicFrameMkLst>
        </pc:graphicFrameChg>
      </pc:sldChg>
      <pc:sldChg chg="new del">
        <pc:chgData name="Howard, Annie Green" userId="cca2d8b1-65da-4752-8b83-4f1c0df3704b" providerId="ADAL" clId="{EAA4A942-942A-464E-BB0E-47C9CDF5DE67}" dt="2026-04-02T13:06:43.931" v="5685" actId="2696"/>
        <pc:sldMkLst>
          <pc:docMk/>
          <pc:sldMk cId="4076241544" sldId="27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(17%)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0.49</c:v>
                </c:pt>
                <c:pt idx="1">
                  <c:v>0.31</c:v>
                </c:pt>
                <c:pt idx="2">
                  <c:v>0.01</c:v>
                </c:pt>
                <c:pt idx="3">
                  <c:v>0.17</c:v>
                </c:pt>
                <c:pt idx="4">
                  <c:v>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D-4439-8798-80528C9C17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 (24%)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0.41</c:v>
                </c:pt>
                <c:pt idx="1">
                  <c:v>0.4</c:v>
                </c:pt>
                <c:pt idx="2" formatCode="0.00%">
                  <c:v>2E-3</c:v>
                </c:pt>
                <c:pt idx="3">
                  <c:v>0.16</c:v>
                </c:pt>
                <c:pt idx="4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DD-4439-8798-80528C9C17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 (44%)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0.42</c:v>
                </c:pt>
                <c:pt idx="1">
                  <c:v>0.28000000000000003</c:v>
                </c:pt>
                <c:pt idx="2">
                  <c:v>0</c:v>
                </c:pt>
                <c:pt idx="3">
                  <c:v>0.3</c:v>
                </c:pt>
                <c:pt idx="4">
                  <c:v>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DD-4439-8798-80528C9C175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(14%)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Sheet1!$E$2:$E$6</c:f>
              <c:numCache>
                <c:formatCode>0%</c:formatCode>
                <c:ptCount val="5"/>
                <c:pt idx="0">
                  <c:v>1E-3</c:v>
                </c:pt>
                <c:pt idx="1">
                  <c:v>0</c:v>
                </c:pt>
                <c:pt idx="2">
                  <c:v>0.998</c:v>
                </c:pt>
                <c:pt idx="3">
                  <c:v>0</c:v>
                </c:pt>
                <c:pt idx="4" formatCode="0.0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DD-4439-8798-80528C9C17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(17%)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Sheet1!$B$7:$B$12</c:f>
              <c:numCache>
                <c:formatCode>0%</c:formatCode>
                <c:ptCount val="6"/>
                <c:pt idx="0">
                  <c:v>0.61</c:v>
                </c:pt>
                <c:pt idx="1">
                  <c:v>0.12</c:v>
                </c:pt>
                <c:pt idx="2">
                  <c:v>1E-3</c:v>
                </c:pt>
                <c:pt idx="3">
                  <c:v>5.0000000000000001E-3</c:v>
                </c:pt>
                <c:pt idx="4" formatCode="0.00%">
                  <c:v>0.19</c:v>
                </c:pt>
                <c:pt idx="5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8D-4BD8-88C2-F210668302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 (24%)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Sheet1!$C$7:$C$12</c:f>
              <c:numCache>
                <c:formatCode>0%</c:formatCode>
                <c:ptCount val="6"/>
                <c:pt idx="0">
                  <c:v>0</c:v>
                </c:pt>
                <c:pt idx="1">
                  <c:v>0.33</c:v>
                </c:pt>
                <c:pt idx="2">
                  <c:v>0.13</c:v>
                </c:pt>
                <c:pt idx="3">
                  <c:v>0.03</c:v>
                </c:pt>
                <c:pt idx="4">
                  <c:v>0.34</c:v>
                </c:pt>
                <c:pt idx="5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8D-4BD8-88C2-F210668302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 (44%)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Sheet1!$D$7:$D$12</c:f>
              <c:numCache>
                <c:formatCode>0%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0%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8D-4BD8-88C2-F210668302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(14%)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Sheet1!$E$7:$E$12</c:f>
              <c:numCache>
                <c:formatCode>0%</c:formatCode>
                <c:ptCount val="6"/>
                <c:pt idx="0">
                  <c:v>0.76</c:v>
                </c:pt>
                <c:pt idx="1">
                  <c:v>0.05</c:v>
                </c:pt>
                <c:pt idx="2">
                  <c:v>0.04</c:v>
                </c:pt>
                <c:pt idx="3">
                  <c:v>0</c:v>
                </c:pt>
                <c:pt idx="4">
                  <c:v>0.11</c:v>
                </c:pt>
                <c:pt idx="5" formatCode="0.00%">
                  <c:v>3.0000000000000001E-3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8D-4BD8-88C2-F21066830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(17%)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Sheet1!$B$13:$B$17</c:f>
              <c:numCache>
                <c:formatCode>0%</c:formatCode>
                <c:ptCount val="5"/>
                <c:pt idx="0">
                  <c:v>0.02</c:v>
                </c:pt>
                <c:pt idx="1">
                  <c:v>0.05</c:v>
                </c:pt>
                <c:pt idx="2">
                  <c:v>0</c:v>
                </c:pt>
                <c:pt idx="3">
                  <c:v>0.71</c:v>
                </c:pt>
                <c:pt idx="4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3A-4694-9C09-B50A785C34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 (24%)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Sheet1!$C$13:$C$17</c:f>
              <c:numCache>
                <c:formatCode>0.00%</c:formatCode>
                <c:ptCount val="5"/>
                <c:pt idx="0" formatCode="0%">
                  <c:v>0.02</c:v>
                </c:pt>
                <c:pt idx="1">
                  <c:v>0.08</c:v>
                </c:pt>
                <c:pt idx="2" formatCode="0%">
                  <c:v>1</c:v>
                </c:pt>
                <c:pt idx="3" formatCode="0%">
                  <c:v>0</c:v>
                </c:pt>
                <c:pt idx="4" formatCode="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3A-4694-9C09-B50A785C34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 (44%)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Sheet1!$D$13:$D$17</c:f>
              <c:numCache>
                <c:formatCode>0%</c:formatCode>
                <c:ptCount val="5"/>
                <c:pt idx="0">
                  <c:v>0.02</c:v>
                </c:pt>
                <c:pt idx="1">
                  <c:v>0.04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3A-4694-9C09-B50A785C349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(14%)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Sheet1!$E$13:$E$17</c:f>
              <c:numCache>
                <c:formatCode>0.00%</c:formatCode>
                <c:ptCount val="5"/>
                <c:pt idx="0" formatCode="0%">
                  <c:v>0.8</c:v>
                </c:pt>
                <c:pt idx="1">
                  <c:v>0.82</c:v>
                </c:pt>
                <c:pt idx="2" formatCode="0%">
                  <c:v>0.87</c:v>
                </c:pt>
                <c:pt idx="3" formatCode="0%">
                  <c:v>0.13</c:v>
                </c:pt>
                <c:pt idx="4" formatCode="0%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3A-4694-9C09-B50A785C34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0.41</c:v>
                </c:pt>
                <c:pt idx="1">
                  <c:v>0.27</c:v>
                </c:pt>
                <c:pt idx="2">
                  <c:v>0</c:v>
                </c:pt>
                <c:pt idx="3">
                  <c:v>0.3</c:v>
                </c:pt>
                <c:pt idx="4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D-4439-8798-80528C9C17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0.47</c:v>
                </c:pt>
                <c:pt idx="1">
                  <c:v>0.28000000000000003</c:v>
                </c:pt>
                <c:pt idx="2" formatCode="0.00%">
                  <c:v>0.01</c:v>
                </c:pt>
                <c:pt idx="3">
                  <c:v>0.2</c:v>
                </c:pt>
                <c:pt idx="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DD-4439-8798-80528C9C17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0.41</c:v>
                </c:pt>
                <c:pt idx="1">
                  <c:v>0.34</c:v>
                </c:pt>
                <c:pt idx="2">
                  <c:v>0</c:v>
                </c:pt>
                <c:pt idx="3">
                  <c:v>0.17</c:v>
                </c:pt>
                <c:pt idx="4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DD-4439-8798-80528C9C175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Sheet1!$E$2:$E$6</c:f>
              <c:numCache>
                <c:formatCode>0%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 formatCode="0.0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DD-4439-8798-80528C9C17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Sheet1!$B$7:$B$12</c:f>
              <c:numCache>
                <c:formatCode>0%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0%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8D-4BD8-88C2-F210668302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Sheet1!$C$7:$C$12</c:f>
              <c:numCache>
                <c:formatCode>0%</c:formatCode>
                <c:ptCount val="6"/>
                <c:pt idx="0">
                  <c:v>0.57999999999999996</c:v>
                </c:pt>
                <c:pt idx="1">
                  <c:v>0.1</c:v>
                </c:pt>
                <c:pt idx="2">
                  <c:v>0</c:v>
                </c:pt>
                <c:pt idx="3">
                  <c:v>0.02</c:v>
                </c:pt>
                <c:pt idx="4">
                  <c:v>0.15</c:v>
                </c:pt>
                <c:pt idx="5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8D-4BD8-88C2-F210668302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Sheet1!$D$7:$D$12</c:f>
              <c:numCache>
                <c:formatCode>0%</c:formatCode>
                <c:ptCount val="6"/>
                <c:pt idx="0">
                  <c:v>0</c:v>
                </c:pt>
                <c:pt idx="1">
                  <c:v>0.28999999999999998</c:v>
                </c:pt>
                <c:pt idx="2">
                  <c:v>0.1</c:v>
                </c:pt>
                <c:pt idx="3">
                  <c:v>0.05</c:v>
                </c:pt>
                <c:pt idx="4" formatCode="0.00%">
                  <c:v>0.26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8D-4BD8-88C2-F210668302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Sheet1!$E$7:$E$12</c:f>
              <c:numCache>
                <c:formatCode>0%</c:formatCode>
                <c:ptCount val="6"/>
                <c:pt idx="0">
                  <c:v>0.68</c:v>
                </c:pt>
                <c:pt idx="1">
                  <c:v>0.12</c:v>
                </c:pt>
                <c:pt idx="2">
                  <c:v>0.04</c:v>
                </c:pt>
                <c:pt idx="3">
                  <c:v>0</c:v>
                </c:pt>
                <c:pt idx="4">
                  <c:v>7.0000000000000007E-2</c:v>
                </c:pt>
                <c:pt idx="5" formatCode="0.00%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8D-4BD8-88C2-F21066830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Sheet1!$B$13:$B$17</c:f>
              <c:numCache>
                <c:formatCode>0%</c:formatCode>
                <c:ptCount val="5"/>
                <c:pt idx="0">
                  <c:v>6.0000000000000001E-3</c:v>
                </c:pt>
                <c:pt idx="1">
                  <c:v>0.02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3A-4694-9C09-B50A785C34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Sheet1!$C$13:$C$17</c:f>
              <c:numCache>
                <c:formatCode>0.00%</c:formatCode>
                <c:ptCount val="5"/>
                <c:pt idx="0" formatCode="0%">
                  <c:v>6.0000000000000001E-3</c:v>
                </c:pt>
                <c:pt idx="1">
                  <c:v>0.02</c:v>
                </c:pt>
                <c:pt idx="2" formatCode="0%">
                  <c:v>0</c:v>
                </c:pt>
                <c:pt idx="3" formatCode="0%">
                  <c:v>0.7</c:v>
                </c:pt>
                <c:pt idx="4" formatCode="0%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3A-4694-9C09-B50A785C34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Sheet1!$D$13:$D$17</c:f>
              <c:numCache>
                <c:formatCode>0%</c:formatCode>
                <c:ptCount val="5"/>
                <c:pt idx="0">
                  <c:v>0.01</c:v>
                </c:pt>
                <c:pt idx="1">
                  <c:v>0.06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3A-4694-9C09-B50A785C349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Sheet1!$E$13:$E$17</c:f>
              <c:numCache>
                <c:formatCode>0.00%</c:formatCode>
                <c:ptCount val="5"/>
                <c:pt idx="0" formatCode="0%">
                  <c:v>0.68</c:v>
                </c:pt>
                <c:pt idx="1">
                  <c:v>0.71</c:v>
                </c:pt>
                <c:pt idx="2" formatCode="0%">
                  <c:v>0.84</c:v>
                </c:pt>
                <c:pt idx="3" formatCode="0%">
                  <c:v>0.13</c:v>
                </c:pt>
                <c:pt idx="4" formatCode="0%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3A-4694-9C09-B50A785C34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085A-03C5-A1F9-0E39-8E8D7A0E8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00824-2D47-3686-7025-A187DE290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AB9B5-A46B-2DFC-187F-F01FF5A4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AB4A6-22B3-C77B-6F00-7E7D208F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15C0-E76F-0BA4-1A98-2A9C1F12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67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2A1C-7082-BD06-2072-DF515A5F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77AF2-58C2-03D8-164D-E49DB998C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33DB8-253A-D224-BFF7-34815F88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03F44-63F3-521D-6BE8-299210176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8244-C635-F9B9-A913-18D960FE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03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FEDE-6142-55BE-1CE1-476C84E6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22EB1-058F-D0BD-7C8D-6FA94E078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28E7A-422F-C2D5-E4BD-E7F5425D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E742F-4F74-D9D9-4EBC-E64D3624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69B68-466C-F691-5907-4C675829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2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226B-DD87-DE8A-7D73-68E7D12D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CFCC2-8EB3-C558-CF8B-CAFB44541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4C3FB-7076-CBE5-24C0-0CAF23876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58605-7AF6-23DC-5CDE-FE6CFB669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3361A-413D-7F6B-6832-0B42E0C8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5A831-7EE6-5CAA-372D-95EA1B7F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6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6756-08E5-3794-0C06-228428AC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91A51-2C10-39D6-1A23-4C58CD09A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6249C-95F6-1B32-D91B-9C5DF331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3A6E4-2546-8299-735F-87FD297EC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3B99D-8EF4-8F79-FBE8-A38BC7BF8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DAA62-D9F9-F73C-531B-B5570A5C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EB1C5-F240-0103-67D4-08187DB4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1C4F9B-4468-94D4-8F10-BE25F477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0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A0E7-EF19-9B17-12AF-12E216BC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BAF18-AEE9-D8A1-95D3-5C88E30B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11644-FC6A-9129-8A9A-89F13C5A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D2BAC-544D-23D2-46CD-87B6BAF7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44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74D9F-AEF9-F6FF-AA26-C631A81D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E013C-EC07-57CA-4489-5EDC41DB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5183A-CFCE-0100-65EE-0C034FF9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89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71FA-7AB7-D068-3865-98679B47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A4A9D-A8C7-3140-BA37-606994B3A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BD50D-3428-DB8B-3D98-FFEE37C29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E4DFC-E588-C7BF-A9A5-CFD47942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16B36-1B9E-2294-8146-CBF0C136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ED23A-1D76-DC22-BB89-E9A94646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5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3EB8-D2D2-1D0B-CB1D-9FF3EC3A5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C136C2-3572-5B46-C915-8B325C625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BAA2D-4620-CF72-9D0C-EEAD4AAD6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D9A76-5E63-E63E-194F-70012AC3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DB7E-10E6-9145-39D6-65A9AF79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A5468-7D5E-358E-A95B-6758D778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12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B2BB-AE69-4487-D09D-0572BD89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4200B-4B13-F47F-6881-A75F595F7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1C694-CDF6-7092-8456-FEADACBD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6605B-6044-6013-9977-BDD177AF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8EC58-0D30-C55C-6B00-A26A3B11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3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515F79-28A4-BE1F-2537-E83E286CC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213A4-9660-0190-A0E6-85C946590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7351F-31D7-C998-1122-F88D9E26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4BE94-75B8-33C3-BB1D-2BAD8E47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C19F4-3642-D571-B751-DC2D03BE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4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A239F-DA38-804B-49EF-C89BE0865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C45BB-1C67-91DD-8A8E-CD0F49546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C0FEF-C20F-95F9-062F-63F053218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9DC06-1E5E-40DC-B975-D5303F97F6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50AAF-9B30-69FA-BB55-B4692D2C5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DF71-55C9-A758-1CA1-A2345C83E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7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471F-F07E-85CC-5101-C50F7C54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on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1EE9A-5178-AE0C-52C0-03B2B4746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year-specific datasets both include </a:t>
            </a:r>
            <a:r>
              <a:rPr lang="en-US" dirty="0" err="1"/>
              <a:t>indexno</a:t>
            </a:r>
            <a:r>
              <a:rPr lang="en-US" dirty="0"/>
              <a:t> variable</a:t>
            </a:r>
          </a:p>
          <a:p>
            <a:endParaRPr lang="en-US" dirty="0"/>
          </a:p>
          <a:p>
            <a:r>
              <a:rPr lang="en-US" dirty="0"/>
              <a:t>Included 8,702 individuals in 2009 in the published paper</a:t>
            </a:r>
          </a:p>
          <a:p>
            <a:pPr lvl="1"/>
            <a:r>
              <a:rPr lang="en-US" dirty="0"/>
              <a:t>The 2009 dataset includes only 8,699 individuals</a:t>
            </a:r>
          </a:p>
          <a:p>
            <a:pPr lvl="1"/>
            <a:r>
              <a:rPr lang="en-US" dirty="0"/>
              <a:t>Same sample size for both 1.24.23 version and the v2 version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Included 7,929 individuals in 2019 in the published paper</a:t>
            </a:r>
          </a:p>
          <a:p>
            <a:pPr lvl="1"/>
            <a:r>
              <a:rPr lang="en-US" dirty="0"/>
              <a:t>The 2019 dataset includes 7,926 individuals</a:t>
            </a:r>
          </a:p>
        </p:txBody>
      </p:sp>
    </p:spTree>
    <p:extLst>
      <p:ext uri="{BB962C8B-B14F-4D97-AF65-F5344CB8AC3E}">
        <p14:creationId xmlns:p14="http://schemas.microsoft.com/office/powerpoint/2010/main" val="406986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4A3D-D5B8-B42A-A544-65627384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3D46-A50B-BF47-D029-FA04F2F8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 original MPLUS files avaliable? These just look to be dataset so would be curious if we could locate original datasets?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to handle missing data?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9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64CB-5EFA-E334-50AB-8303B6BF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122241" y="311911"/>
            <a:ext cx="2937935" cy="1439333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Comparing Descriptive Statistics in 2009 of those in 2009 Sample Who Were Also in 2019 vs Those Not in 2019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13FCF37-CA38-9610-0198-1F5AA63194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763096"/>
              </p:ext>
            </p:extLst>
          </p:nvPr>
        </p:nvGraphicFramePr>
        <p:xfrm>
          <a:off x="203201" y="231771"/>
          <a:ext cx="7281003" cy="60855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6615">
                  <a:extLst>
                    <a:ext uri="{9D8B030D-6E8A-4147-A177-3AD203B41FA5}">
                      <a16:colId xmlns:a16="http://schemas.microsoft.com/office/drawing/2014/main" val="841219058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2248741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4255201548"/>
                    </a:ext>
                  </a:extLst>
                </a:gridCol>
                <a:gridCol w="937100">
                  <a:extLst>
                    <a:ext uri="{9D8B030D-6E8A-4147-A177-3AD203B41FA5}">
                      <a16:colId xmlns:a16="http://schemas.microsoft.com/office/drawing/2014/main" val="2393706157"/>
                    </a:ext>
                  </a:extLst>
                </a:gridCol>
              </a:tblGrid>
              <a:tr h="37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 2009 But Not in 2019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 2009 And in 2019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855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Race/Ethnicity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White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114569181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Black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740877142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American Indian/Alaskan Native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519115836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Asian/Pacific Islander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9%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691898654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Hispanic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3%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4%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684837129"/>
                  </a:ext>
                </a:extLst>
              </a:tr>
              <a:tr h="2177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948038779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 in 2009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47.9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45.2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500368559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Female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43%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384388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Providing routine obstetric deliveries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315755276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Providing routine prenatal care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prenatal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924288642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Specialty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Family Medicine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37%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34444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Internal Medicine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03169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Obstetrics and gynecology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330650235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Pediatrics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372582924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Geriatrics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543199076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Urban/rural status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80%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81%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141738802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 Rural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094073051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 rural 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550915223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Setting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Ambulatory Care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38%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66%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256570"/>
                  </a:ext>
                </a:extLst>
              </a:tr>
              <a:tr h="874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Hospital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31%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53880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Medical School/Parent university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358310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Nursing home/extended care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929129190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467269500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Solo practitioner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9%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606939722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Missing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8%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876569354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5F162690-ECC2-8ECD-6B3E-FA9B4E5D05B5}"/>
              </a:ext>
            </a:extLst>
          </p:cNvPr>
          <p:cNvSpPr txBox="1">
            <a:spLocks/>
          </p:cNvSpPr>
          <p:nvPr/>
        </p:nvSpPr>
        <p:spPr>
          <a:xfrm rot="10800000" flipV="1">
            <a:off x="7897029" y="4115499"/>
            <a:ext cx="3772405" cy="13296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We so see some differences in analytic population</a:t>
            </a:r>
          </a:p>
          <a:p>
            <a:pPr algn="ctr"/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% Female is higher in LTA 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Higher % of people in family medicine in LTA analytic sample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Lower % of internal medicine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Higher rates of individuals working in ambulatory settings, lower rates in hospital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Similar race/ethnicity and urban/rural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7603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333D-94F0-7746-6720-9E50FB08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D8AF-A18D-1F3A-A588-1E6F03A6A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314265" y="787399"/>
            <a:ext cx="2937935" cy="1439333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Comparing Descriptive Statistics in 2019 of those in 2019 Sample Who Were Also in 2009 vs Those Not in 2009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F64F05-CD98-522B-83CF-D362C2755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082045"/>
              </p:ext>
            </p:extLst>
          </p:nvPr>
        </p:nvGraphicFramePr>
        <p:xfrm>
          <a:off x="168085" y="196404"/>
          <a:ext cx="7703895" cy="61699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8340">
                  <a:extLst>
                    <a:ext uri="{9D8B030D-6E8A-4147-A177-3AD203B41FA5}">
                      <a16:colId xmlns:a16="http://schemas.microsoft.com/office/drawing/2014/main" val="2198556633"/>
                    </a:ext>
                  </a:extLst>
                </a:gridCol>
                <a:gridCol w="2726930">
                  <a:extLst>
                    <a:ext uri="{9D8B030D-6E8A-4147-A177-3AD203B41FA5}">
                      <a16:colId xmlns:a16="http://schemas.microsoft.com/office/drawing/2014/main" val="1809979392"/>
                    </a:ext>
                  </a:extLst>
                </a:gridCol>
                <a:gridCol w="1055067">
                  <a:extLst>
                    <a:ext uri="{9D8B030D-6E8A-4147-A177-3AD203B41FA5}">
                      <a16:colId xmlns:a16="http://schemas.microsoft.com/office/drawing/2014/main" val="148509910"/>
                    </a:ext>
                  </a:extLst>
                </a:gridCol>
                <a:gridCol w="1093558">
                  <a:extLst>
                    <a:ext uri="{9D8B030D-6E8A-4147-A177-3AD203B41FA5}">
                      <a16:colId xmlns:a16="http://schemas.microsoft.com/office/drawing/2014/main" val="723408737"/>
                    </a:ext>
                  </a:extLst>
                </a:gridCol>
              </a:tblGrid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 2019 But Not in 2009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 2009 And in 2019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659274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Race/Ethnicity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White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60%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73%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101014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Black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193642283"/>
                  </a:ext>
                </a:extLst>
              </a:tr>
              <a:tr h="2559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American Indian/Alaskan Native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0%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4001995897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Asian/Pacific Islander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12%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9%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3803113914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Hispanic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5%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4%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92342486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Other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320028992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Age in 2019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41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55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000667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% Female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60%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43%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321816"/>
                  </a:ext>
                </a:extLst>
              </a:tr>
              <a:tr h="23824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Providing routine obstetric deliveries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16%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10%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113006505"/>
                  </a:ext>
                </a:extLst>
              </a:tr>
              <a:tr h="3156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Providing routine prenatal care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19%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473661923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Specialty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Family Medicine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35%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36%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199998605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General Internal Medicine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27%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25%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3866335407"/>
                  </a:ext>
                </a:extLst>
              </a:tr>
              <a:tr h="2382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General Obstetrics and gynecology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15%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14%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291806581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General Pediatrics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20%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587188050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Geriatrics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814444797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Urban/rural status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Urban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86%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82%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434996727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Large Rural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614270191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Small rural 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4%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5%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249588660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Setting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Ambulatory Care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44%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62%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149562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Hospital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28%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97240"/>
                  </a:ext>
                </a:extLst>
              </a:tr>
              <a:tr h="315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Medical School/Parent university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724506221"/>
                  </a:ext>
                </a:extLst>
              </a:tr>
              <a:tr h="2382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Nursing home/extended care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2%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3861640840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Other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9%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8%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654810742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Solo practitioner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582540456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Missing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12%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81085199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2FF59BB-1B7C-B22C-3798-C3E2F921E291}"/>
              </a:ext>
            </a:extLst>
          </p:cNvPr>
          <p:cNvSpPr txBox="1">
            <a:spLocks/>
          </p:cNvSpPr>
          <p:nvPr/>
        </p:nvSpPr>
        <p:spPr>
          <a:xfrm rot="10800000" flipV="1">
            <a:off x="8314264" y="4115499"/>
            <a:ext cx="3709649" cy="13296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We so see some differences in analytic population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% Female is smaller in LTA</a:t>
            </a:r>
          </a:p>
          <a:p>
            <a:pPr algn="ctr"/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Similar rates of each specialty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Higher rates of individuals working in ambulatory settings, lower rates in hospital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Similar urban/rural but higher proportion of population is white in LTA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382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EF42-4A80-D31A-C34A-D04821F0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" y="74104"/>
            <a:ext cx="10515600" cy="1325563"/>
          </a:xfrm>
        </p:spPr>
        <p:txBody>
          <a:bodyPr/>
          <a:lstStyle/>
          <a:p>
            <a:r>
              <a:rPr lang="en-US" dirty="0"/>
              <a:t>Comparisons of Specialty in 2009 vs. 2019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D4A4A4-424D-0703-88A2-082B973715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9949267"/>
              </p:ext>
            </p:extLst>
          </p:nvPr>
        </p:nvGraphicFramePr>
        <p:xfrm>
          <a:off x="563881" y="1463675"/>
          <a:ext cx="1078991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417">
                  <a:extLst>
                    <a:ext uri="{9D8B030D-6E8A-4147-A177-3AD203B41FA5}">
                      <a16:colId xmlns:a16="http://schemas.microsoft.com/office/drawing/2014/main" val="190231996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869750141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576560715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552000782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471010927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3736481396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348125452"/>
                    </a:ext>
                  </a:extLst>
                </a:gridCol>
              </a:tblGrid>
              <a:tr h="27975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2129"/>
                  </a:ext>
                </a:extLst>
              </a:tr>
              <a:tr h="1119013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Family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Internal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Obstetrics and Gynecology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Pediatrics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Geriatrics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328970"/>
                  </a:ext>
                </a:extLst>
              </a:tr>
              <a:tr h="489568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Family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1,619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01235"/>
                  </a:ext>
                </a:extLst>
              </a:tr>
              <a:tr h="48956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Internal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1,156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71470"/>
                  </a:ext>
                </a:extLst>
              </a:tr>
              <a:tr h="111901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Obstetrics and Gynecology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660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85721"/>
                  </a:ext>
                </a:extLst>
              </a:tr>
              <a:tr h="48956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Pediatrics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919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19014"/>
                  </a:ext>
                </a:extLst>
              </a:tr>
              <a:tr h="28363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Geriatrics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243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16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0234-9D93-80F7-4134-224ACD57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F44A-C61B-7670-7CE7-83383A6D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" y="227965"/>
            <a:ext cx="12304779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Comparisons of Employment Settings in 2009 vs. 2019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D99C03-C657-D5BD-3160-1F655CEBEF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5026960"/>
              </p:ext>
            </p:extLst>
          </p:nvPr>
        </p:nvGraphicFramePr>
        <p:xfrm>
          <a:off x="356616" y="1716897"/>
          <a:ext cx="11615931" cy="4476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">
                  <a:extLst>
                    <a:ext uri="{9D8B030D-6E8A-4147-A177-3AD203B41FA5}">
                      <a16:colId xmlns:a16="http://schemas.microsoft.com/office/drawing/2014/main" val="1643998181"/>
                    </a:ext>
                  </a:extLst>
                </a:gridCol>
                <a:gridCol w="1730926">
                  <a:extLst>
                    <a:ext uri="{9D8B030D-6E8A-4147-A177-3AD203B41FA5}">
                      <a16:colId xmlns:a16="http://schemas.microsoft.com/office/drawing/2014/main" val="1869750141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2576560715"/>
                    </a:ext>
                  </a:extLst>
                </a:gridCol>
                <a:gridCol w="1120647">
                  <a:extLst>
                    <a:ext uri="{9D8B030D-6E8A-4147-A177-3AD203B41FA5}">
                      <a16:colId xmlns:a16="http://schemas.microsoft.com/office/drawing/2014/main" val="2552000782"/>
                    </a:ext>
                  </a:extLst>
                </a:gridCol>
                <a:gridCol w="1460671">
                  <a:extLst>
                    <a:ext uri="{9D8B030D-6E8A-4147-A177-3AD203B41FA5}">
                      <a16:colId xmlns:a16="http://schemas.microsoft.com/office/drawing/2014/main" val="471010927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3736481396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348125452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3763046371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1980273182"/>
                    </a:ext>
                  </a:extLst>
                </a:gridCol>
              </a:tblGrid>
              <a:tr h="630698"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277687"/>
                  </a:ext>
                </a:extLst>
              </a:tr>
              <a:tr h="630698"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Ambulatory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Hospital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Medical school/Parent University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Missing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Nursing home/extended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Other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Solo Practitioner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328970"/>
                  </a:ext>
                </a:extLst>
              </a:tr>
              <a:tr h="368399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Ambulatory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2,320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01235"/>
                  </a:ext>
                </a:extLst>
              </a:tr>
              <a:tr h="216706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Hospital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204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71470"/>
                  </a:ext>
                </a:extLst>
              </a:tr>
              <a:tr h="630698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Medical School/Parent University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85721"/>
                  </a:ext>
                </a:extLst>
              </a:tr>
              <a:tr h="216706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Missing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19014"/>
                  </a:ext>
                </a:extLst>
              </a:tr>
              <a:tr h="520093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Nursing home/extended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243510"/>
                  </a:ext>
                </a:extLst>
              </a:tr>
              <a:tr h="216706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83446"/>
                  </a:ext>
                </a:extLst>
              </a:tr>
              <a:tr h="368399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Solo Practitioner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52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98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9041-3B96-681A-C078-A5CC2880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Urban/Rural Status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0ABE36-88FA-4D57-B5F1-0A9F17742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7342480"/>
              </p:ext>
            </p:extLst>
          </p:nvPr>
        </p:nvGraphicFramePr>
        <p:xfrm>
          <a:off x="1463843" y="1690688"/>
          <a:ext cx="8763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4036480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39307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6759519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608309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37552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77928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Large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Small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Urban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46218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Large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9602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Small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185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689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Urban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3,626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76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68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F922FEA-7D40-8551-6AD5-260E7FB844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2669118"/>
              </p:ext>
            </p:extLst>
          </p:nvPr>
        </p:nvGraphicFramePr>
        <p:xfrm>
          <a:off x="551849" y="202130"/>
          <a:ext cx="4992303" cy="3128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7C9B761-F8D0-A9B8-4FC1-F96A9237BC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1747896"/>
              </p:ext>
            </p:extLst>
          </p:nvPr>
        </p:nvGraphicFramePr>
        <p:xfrm>
          <a:off x="6237170" y="125128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6371010-6B2E-08F5-D882-ECD75311C2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453807"/>
              </p:ext>
            </p:extLst>
          </p:nvPr>
        </p:nvGraphicFramePr>
        <p:xfrm>
          <a:off x="6153751" y="3517375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EB751F4-BA57-1E7E-A3EA-D4F999E0374E}"/>
              </a:ext>
            </a:extLst>
          </p:cNvPr>
          <p:cNvSpPr txBox="1"/>
          <p:nvPr/>
        </p:nvSpPr>
        <p:spPr>
          <a:xfrm>
            <a:off x="667353" y="3214294"/>
            <a:ext cx="4876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Latent Classes 2009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71781-B96C-A2E0-A602-683CC6FD841F}"/>
              </a:ext>
            </a:extLst>
          </p:cNvPr>
          <p:cNvSpPr txBox="1"/>
          <p:nvPr/>
        </p:nvSpPr>
        <p:spPr>
          <a:xfrm>
            <a:off x="240632" y="4280403"/>
            <a:ext cx="59965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Class 1 (Navy) - Rural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2"/>
                </a:solidFill>
              </a:rPr>
              <a:t>Class 2 (Orange) – Urban, non-ambulatory care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Class 3 (Green) – Urban ambulatory care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4"/>
                </a:solidFill>
              </a:rPr>
              <a:t>Class 4 (Blue) - Ob-gyns (but no family medicine)</a:t>
            </a:r>
            <a:br>
              <a:rPr lang="en-US" sz="1600" dirty="0"/>
            </a:b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731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D209-DD72-CAE8-02FF-C3FC5EE9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D1CD0B4-82EC-C144-365A-A726840F9C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3169354"/>
              </p:ext>
            </p:extLst>
          </p:nvPr>
        </p:nvGraphicFramePr>
        <p:xfrm>
          <a:off x="551849" y="202130"/>
          <a:ext cx="4992303" cy="3128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CCF8116-8FF5-5C5C-7817-1696263E4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1020572"/>
              </p:ext>
            </p:extLst>
          </p:nvPr>
        </p:nvGraphicFramePr>
        <p:xfrm>
          <a:off x="6237170" y="125128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2663ADE-FC25-47D1-F8D5-DC04E4B2B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4145120"/>
              </p:ext>
            </p:extLst>
          </p:nvPr>
        </p:nvGraphicFramePr>
        <p:xfrm>
          <a:off x="6153751" y="3517375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115C8C3-4818-F3D6-EE32-28816318760D}"/>
              </a:ext>
            </a:extLst>
          </p:cNvPr>
          <p:cNvSpPr txBox="1"/>
          <p:nvPr/>
        </p:nvSpPr>
        <p:spPr>
          <a:xfrm>
            <a:off x="667353" y="3163432"/>
            <a:ext cx="4876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Latent Classes 2019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E29C4-2E33-6FBD-65BF-0C5917D7E161}"/>
              </a:ext>
            </a:extLst>
          </p:cNvPr>
          <p:cNvSpPr txBox="1"/>
          <p:nvPr/>
        </p:nvSpPr>
        <p:spPr>
          <a:xfrm>
            <a:off x="409444" y="4110198"/>
            <a:ext cx="5996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Class 1 (Navy) – Urban ambulatory care PCPs</a:t>
            </a:r>
          </a:p>
          <a:p>
            <a:endParaRPr lang="en-US" sz="1600" b="1" dirty="0">
              <a:solidFill>
                <a:schemeClr val="accent2"/>
              </a:solidFill>
            </a:endParaRPr>
          </a:p>
          <a:p>
            <a:r>
              <a:rPr lang="en-US" sz="1600" b="1" dirty="0">
                <a:solidFill>
                  <a:schemeClr val="accent2"/>
                </a:solidFill>
              </a:rPr>
              <a:t>Class 2 (Orange) - Rural PCPs</a:t>
            </a:r>
          </a:p>
          <a:p>
            <a:endParaRPr lang="en-US" sz="1600" b="1" dirty="0">
              <a:solidFill>
                <a:schemeClr val="accent2"/>
              </a:solidFill>
            </a:endParaRPr>
          </a:p>
          <a:p>
            <a:r>
              <a:rPr lang="en-US" sz="1600" b="1" dirty="0">
                <a:solidFill>
                  <a:schemeClr val="accent3"/>
                </a:solidFill>
              </a:rPr>
              <a:t>Class 3 (Green) – Urban, non-ambulatory care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4"/>
                </a:solidFill>
              </a:rPr>
              <a:t>Class 4 (Blue) - Ob-gyns (but no family medicine)</a:t>
            </a:r>
          </a:p>
          <a:p>
            <a:br>
              <a:rPr lang="en-US" sz="1600" dirty="0">
                <a:solidFill>
                  <a:schemeClr val="accent1"/>
                </a:solidFill>
              </a:rPr>
            </a:br>
            <a:endParaRPr lang="en-US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6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E35C1-35DE-0BC8-2655-F12320604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057"/>
            <a:ext cx="10515600" cy="1325563"/>
          </a:xfrm>
        </p:spPr>
        <p:txBody>
          <a:bodyPr/>
          <a:lstStyle/>
          <a:p>
            <a:r>
              <a:rPr lang="en-US" dirty="0"/>
              <a:t>Transition Probabilities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37E5F5-2C62-4372-32DB-52BC4E205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16033"/>
              </p:ext>
            </p:extLst>
          </p:nvPr>
        </p:nvGraphicFramePr>
        <p:xfrm>
          <a:off x="838200" y="1881895"/>
          <a:ext cx="10515600" cy="409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1870879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696761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880793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5162291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6518627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02767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Class Membership in 2009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91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Rural PCPs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Non-ambulatory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Ob-gyns (but no family practice) providing obstetric and prenatal care</a:t>
                      </a:r>
                    </a:p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4957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Class Membership in 2019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Rural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0.837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0.029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7842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Non-ambulatory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0.075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0.673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0.216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910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0.088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0.297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0.763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3299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Ob-gyns (but no family practice)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0.996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642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5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920</Words>
  <Application>Microsoft Office PowerPoint</Application>
  <PresentationFormat>Widescreen</PresentationFormat>
  <Paragraphs>371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Update on datasets</vt:lpstr>
      <vt:lpstr>Questions on analysis</vt:lpstr>
      <vt:lpstr>Comparing Descriptive Statistics in 2009 of those in 2009 Sample Who Were Also in 2019 vs Those Not in 2019</vt:lpstr>
      <vt:lpstr>Comparing Descriptive Statistics in 2019 of those in 2019 Sample Who Were Also in 2009 vs Those Not in 2009</vt:lpstr>
      <vt:lpstr>Comparisons of Specialty in 2009 vs. 2019</vt:lpstr>
      <vt:lpstr>Comparisons of Employment Settings in 2009 vs. 2019</vt:lpstr>
      <vt:lpstr>Changes in Urban/Rural Status</vt:lpstr>
      <vt:lpstr>PowerPoint Presentation</vt:lpstr>
      <vt:lpstr>PowerPoint Presentation</vt:lpstr>
      <vt:lpstr>Transition Probabilities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Howard, Annie Green</dc:creator>
  <cp:lastModifiedBy>Howard, Annie Green</cp:lastModifiedBy>
  <cp:revision>1</cp:revision>
  <dcterms:created xsi:type="dcterms:W3CDTF">2026-04-01T23:29:25Z</dcterms:created>
  <dcterms:modified xsi:type="dcterms:W3CDTF">2026-04-02T13:27:50Z</dcterms:modified>
</cp:coreProperties>
</file>